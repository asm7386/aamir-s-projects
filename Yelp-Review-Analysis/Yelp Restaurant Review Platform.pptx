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embeddedFontLst>
    <p:embeddedFont>
      <p:font typeface="Playfair Display Medium"/>
      <p:regular r:id="rId21"/>
      <p:bold r:id="rId22"/>
      <p:italic r:id="rId23"/>
      <p:boldItalic r:id="rId24"/>
    </p:embeddedFont>
    <p:embeddedFont>
      <p:font typeface="Playfair Display"/>
      <p:regular r:id="rId25"/>
      <p:bold r:id="rId26"/>
      <p:italic r:id="rId27"/>
      <p:boldItalic r:id="rId28"/>
    </p:embeddedFont>
    <p:embeddedFont>
      <p:font typeface="Lato"/>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F12AFFF-3769-4123-B452-0189D980E2B8}">
  <a:tblStyle styleId="{BF12AFFF-3769-4123-B452-0189D980E2B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PlayfairDisplayMedium-bold.fntdata"/><Relationship Id="rId21" Type="http://schemas.openxmlformats.org/officeDocument/2006/relationships/font" Target="fonts/PlayfairDisplayMedium-regular.fntdata"/><Relationship Id="rId24" Type="http://schemas.openxmlformats.org/officeDocument/2006/relationships/font" Target="fonts/PlayfairDisplayMedium-boldItalic.fntdata"/><Relationship Id="rId23" Type="http://schemas.openxmlformats.org/officeDocument/2006/relationships/font" Target="fonts/PlayfairDisplayMedium-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PlayfairDisplay-bold.fntdata"/><Relationship Id="rId25" Type="http://schemas.openxmlformats.org/officeDocument/2006/relationships/font" Target="fonts/PlayfairDisplay-regular.fntdata"/><Relationship Id="rId28" Type="http://schemas.openxmlformats.org/officeDocument/2006/relationships/font" Target="fonts/PlayfairDisplay-boldItalic.fntdata"/><Relationship Id="rId27" Type="http://schemas.openxmlformats.org/officeDocument/2006/relationships/font" Target="fonts/PlayfairDisplay-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Lato-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Lato-italic.fntdata"/><Relationship Id="rId30" Type="http://schemas.openxmlformats.org/officeDocument/2006/relationships/font" Target="fonts/Lato-bold.fntdata"/><Relationship Id="rId11" Type="http://schemas.openxmlformats.org/officeDocument/2006/relationships/slide" Target="slides/slide5.xml"/><Relationship Id="rId10" Type="http://schemas.openxmlformats.org/officeDocument/2006/relationships/slide" Target="slides/slide4.xml"/><Relationship Id="rId32" Type="http://schemas.openxmlformats.org/officeDocument/2006/relationships/font" Target="fonts/Lato-bold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c8dfb9ad8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c8dfb9ad8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c8dfb9ad8f_0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c8dfb9ad8f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c8dfb9ad8f_0_3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3c8dfb9ad8f_0_3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c8dfb9ad8f_0_3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3c8dfb9ad8f_0_3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c8dfb9ad8f_0_3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c8dfb9ad8f_0_3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c8dfb9ad8f_0_4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c8dfb9ad8f_0_4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c8dfb9ad8f_0_4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c8dfb9ad8f_0_4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c93dfc3def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3c93dfc3def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c93dfc3def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3c93dfc3def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c93dfc3def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3c93dfc3def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c93dfc3def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3c93dfc3def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c93dfc3def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c93dfc3def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c93dfc3def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3c93dfc3def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c93dfc3def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3c93dfc3def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only">
  <p:cSld name="BLANK_1_1_1_1">
    <p:spTree>
      <p:nvGrpSpPr>
        <p:cNvPr id="8" name="Shape 8"/>
        <p:cNvGrpSpPr/>
        <p:nvPr/>
      </p:nvGrpSpPr>
      <p:grpSpPr>
        <a:xfrm>
          <a:off x="0" y="0"/>
          <a:ext cx="0" cy="0"/>
          <a:chOff x="0" y="0"/>
          <a:chExt cx="0" cy="0"/>
        </a:xfrm>
      </p:grpSpPr>
      <p:sp>
        <p:nvSpPr>
          <p:cNvPr id="9" name="Google Shape;9;p2"/>
          <p:cNvSpPr txBox="1"/>
          <p:nvPr>
            <p:ph type="title"/>
          </p:nvPr>
        </p:nvSpPr>
        <p:spPr>
          <a:xfrm>
            <a:off x="276075" y="457200"/>
            <a:ext cx="57132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10" name="Google Shape;10;p2"/>
          <p:cNvSpPr txBox="1"/>
          <p:nvPr>
            <p:ph idx="1"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11" name="Google Shape;11;p2"/>
          <p:cNvSpPr txBox="1"/>
          <p:nvPr>
            <p:ph idx="12" type="sldNum"/>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text boxes">
  <p:cSld name="BLANK_1_1_1_1_8">
    <p:spTree>
      <p:nvGrpSpPr>
        <p:cNvPr id="12" name="Shape 12"/>
        <p:cNvGrpSpPr/>
        <p:nvPr/>
      </p:nvGrpSpPr>
      <p:grpSpPr>
        <a:xfrm>
          <a:off x="0" y="0"/>
          <a:ext cx="0" cy="0"/>
          <a:chOff x="0" y="0"/>
          <a:chExt cx="0" cy="0"/>
        </a:xfrm>
      </p:grpSpPr>
      <p:sp>
        <p:nvSpPr>
          <p:cNvPr id="13" name="Google Shape;13;p3"/>
          <p:cNvSpPr txBox="1"/>
          <p:nvPr>
            <p:ph type="title"/>
          </p:nvPr>
        </p:nvSpPr>
        <p:spPr>
          <a:xfrm>
            <a:off x="276075" y="457200"/>
            <a:ext cx="57132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14" name="Google Shape;14;p3"/>
          <p:cNvSpPr txBox="1"/>
          <p:nvPr>
            <p:ph idx="1"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15" name="Google Shape;15;p3"/>
          <p:cNvSpPr txBox="1"/>
          <p:nvPr>
            <p:ph idx="12" type="sldNum"/>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16" name="Google Shape;16;p3"/>
          <p:cNvSpPr txBox="1"/>
          <p:nvPr>
            <p:ph idx="2" type="subTitle"/>
          </p:nvPr>
        </p:nvSpPr>
        <p:spPr>
          <a:xfrm>
            <a:off x="407100" y="1488125"/>
            <a:ext cx="1359000" cy="2154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17" name="Google Shape;17;p3"/>
          <p:cNvSpPr txBox="1"/>
          <p:nvPr>
            <p:ph idx="3" type="subTitle"/>
          </p:nvPr>
        </p:nvSpPr>
        <p:spPr>
          <a:xfrm>
            <a:off x="2710550" y="1488125"/>
            <a:ext cx="1359000" cy="2154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18" name="Google Shape;18;p3"/>
          <p:cNvSpPr txBox="1"/>
          <p:nvPr>
            <p:ph idx="4" type="subTitle"/>
          </p:nvPr>
        </p:nvSpPr>
        <p:spPr>
          <a:xfrm>
            <a:off x="5014000" y="1488125"/>
            <a:ext cx="1359000" cy="2154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19" name="Google Shape;19;p3"/>
          <p:cNvSpPr txBox="1"/>
          <p:nvPr>
            <p:ph idx="5" type="subTitle"/>
          </p:nvPr>
        </p:nvSpPr>
        <p:spPr>
          <a:xfrm>
            <a:off x="7317450" y="1488125"/>
            <a:ext cx="1359000" cy="2154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20" name="Google Shape;20;p3"/>
          <p:cNvSpPr txBox="1"/>
          <p:nvPr>
            <p:ph idx="6" type="body"/>
          </p:nvPr>
        </p:nvSpPr>
        <p:spPr>
          <a:xfrm>
            <a:off x="407100" y="1895400"/>
            <a:ext cx="1422300" cy="755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
        <p:nvSpPr>
          <p:cNvPr id="21" name="Google Shape;21;p3"/>
          <p:cNvSpPr txBox="1"/>
          <p:nvPr>
            <p:ph idx="7" type="body"/>
          </p:nvPr>
        </p:nvSpPr>
        <p:spPr>
          <a:xfrm>
            <a:off x="2710550" y="1895400"/>
            <a:ext cx="1422300" cy="755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
        <p:nvSpPr>
          <p:cNvPr id="22" name="Google Shape;22;p3"/>
          <p:cNvSpPr txBox="1"/>
          <p:nvPr>
            <p:ph idx="8" type="body"/>
          </p:nvPr>
        </p:nvSpPr>
        <p:spPr>
          <a:xfrm>
            <a:off x="5014000" y="1895400"/>
            <a:ext cx="1422300" cy="755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
        <p:nvSpPr>
          <p:cNvPr id="23" name="Google Shape;23;p3"/>
          <p:cNvSpPr txBox="1"/>
          <p:nvPr>
            <p:ph idx="9" type="body"/>
          </p:nvPr>
        </p:nvSpPr>
        <p:spPr>
          <a:xfrm>
            <a:off x="7317450" y="1895400"/>
            <a:ext cx="1422300" cy="755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text boxes with small statement">
  <p:cSld name="BLANK_1_1_1_1_6">
    <p:spTree>
      <p:nvGrpSpPr>
        <p:cNvPr id="24" name="Shape 24"/>
        <p:cNvGrpSpPr/>
        <p:nvPr/>
      </p:nvGrpSpPr>
      <p:grpSpPr>
        <a:xfrm>
          <a:off x="0" y="0"/>
          <a:ext cx="0" cy="0"/>
          <a:chOff x="0" y="0"/>
          <a:chExt cx="0" cy="0"/>
        </a:xfrm>
      </p:grpSpPr>
      <p:sp>
        <p:nvSpPr>
          <p:cNvPr id="25" name="Google Shape;25;p4"/>
          <p:cNvSpPr txBox="1"/>
          <p:nvPr>
            <p:ph idx="1" type="body"/>
          </p:nvPr>
        </p:nvSpPr>
        <p:spPr>
          <a:xfrm>
            <a:off x="5503325" y="524750"/>
            <a:ext cx="3356100" cy="877800"/>
          </a:xfrm>
          <a:prstGeom prst="rect">
            <a:avLst/>
          </a:prstGeom>
        </p:spPr>
        <p:txBody>
          <a:bodyPr anchorCtr="0" anchor="t" bIns="0" lIns="0" spcFirstLastPara="1" rIns="0" wrap="square" tIns="0">
            <a:spAutoFit/>
          </a:bodyPr>
          <a:lstStyle>
            <a:lvl1pPr indent="-342900" lvl="0" marL="457200">
              <a:spcBef>
                <a:spcPts val="0"/>
              </a:spcBef>
              <a:spcAft>
                <a:spcPts val="0"/>
              </a:spcAft>
              <a:buClr>
                <a:schemeClr val="lt1"/>
              </a:buClr>
              <a:buSzPts val="1800"/>
              <a:buFont typeface="Lato"/>
              <a:buChar char="●"/>
              <a:defRPr sz="1800"/>
            </a:lvl1pPr>
            <a:lvl2pPr indent="-342900" lvl="1" marL="914400">
              <a:spcBef>
                <a:spcPts val="0"/>
              </a:spcBef>
              <a:spcAft>
                <a:spcPts val="0"/>
              </a:spcAft>
              <a:buClr>
                <a:schemeClr val="lt1"/>
              </a:buClr>
              <a:buSzPts val="1800"/>
              <a:buFont typeface="Lato"/>
              <a:buChar char="○"/>
              <a:defRPr sz="1800"/>
            </a:lvl2pPr>
            <a:lvl3pPr indent="-342900" lvl="2" marL="1371600">
              <a:spcBef>
                <a:spcPts val="0"/>
              </a:spcBef>
              <a:spcAft>
                <a:spcPts val="0"/>
              </a:spcAft>
              <a:buClr>
                <a:schemeClr val="lt1"/>
              </a:buClr>
              <a:buSzPts val="1800"/>
              <a:buFont typeface="Lato"/>
              <a:buChar char="■"/>
              <a:defRPr sz="1800"/>
            </a:lvl3pPr>
            <a:lvl4pPr indent="-342900" lvl="3" marL="1828800">
              <a:spcBef>
                <a:spcPts val="0"/>
              </a:spcBef>
              <a:spcAft>
                <a:spcPts val="0"/>
              </a:spcAft>
              <a:buClr>
                <a:schemeClr val="lt1"/>
              </a:buClr>
              <a:buSzPts val="1800"/>
              <a:buFont typeface="Lato"/>
              <a:buChar char="●"/>
              <a:defRPr sz="1800"/>
            </a:lvl4pPr>
            <a:lvl5pPr indent="-342900" lvl="4" marL="2286000">
              <a:spcBef>
                <a:spcPts val="0"/>
              </a:spcBef>
              <a:spcAft>
                <a:spcPts val="0"/>
              </a:spcAft>
              <a:buClr>
                <a:schemeClr val="lt1"/>
              </a:buClr>
              <a:buSzPts val="1800"/>
              <a:buFont typeface="Lato"/>
              <a:buChar char="○"/>
              <a:defRPr sz="1800"/>
            </a:lvl5pPr>
            <a:lvl6pPr indent="-342900" lvl="5" marL="2743200">
              <a:spcBef>
                <a:spcPts val="0"/>
              </a:spcBef>
              <a:spcAft>
                <a:spcPts val="0"/>
              </a:spcAft>
              <a:buClr>
                <a:schemeClr val="lt1"/>
              </a:buClr>
              <a:buSzPts val="1800"/>
              <a:buFont typeface="Lato"/>
              <a:buChar char="■"/>
              <a:defRPr sz="1800"/>
            </a:lvl6pPr>
            <a:lvl7pPr indent="-342900" lvl="6" marL="3200400">
              <a:spcBef>
                <a:spcPts val="0"/>
              </a:spcBef>
              <a:spcAft>
                <a:spcPts val="0"/>
              </a:spcAft>
              <a:buClr>
                <a:schemeClr val="lt1"/>
              </a:buClr>
              <a:buSzPts val="1800"/>
              <a:buFont typeface="Lato"/>
              <a:buChar char="●"/>
              <a:defRPr sz="1800"/>
            </a:lvl7pPr>
            <a:lvl8pPr indent="-342900" lvl="7" marL="3657600">
              <a:spcBef>
                <a:spcPts val="0"/>
              </a:spcBef>
              <a:spcAft>
                <a:spcPts val="0"/>
              </a:spcAft>
              <a:buClr>
                <a:schemeClr val="lt1"/>
              </a:buClr>
              <a:buSzPts val="1800"/>
              <a:buFont typeface="Lato"/>
              <a:buChar char="○"/>
              <a:defRPr sz="1800"/>
            </a:lvl8pPr>
            <a:lvl9pPr indent="-342900" lvl="8" marL="4114800">
              <a:spcBef>
                <a:spcPts val="0"/>
              </a:spcBef>
              <a:spcAft>
                <a:spcPts val="0"/>
              </a:spcAft>
              <a:buClr>
                <a:schemeClr val="lt1"/>
              </a:buClr>
              <a:buSzPts val="1800"/>
              <a:buFont typeface="Lato"/>
              <a:buChar char="■"/>
              <a:defRPr sz="1800"/>
            </a:lvl9pPr>
          </a:lstStyle>
          <a:p/>
        </p:txBody>
      </p:sp>
      <p:sp>
        <p:nvSpPr>
          <p:cNvPr id="26" name="Google Shape;26;p4"/>
          <p:cNvSpPr txBox="1"/>
          <p:nvPr>
            <p:ph type="title"/>
          </p:nvPr>
        </p:nvSpPr>
        <p:spPr>
          <a:xfrm>
            <a:off x="276075" y="457200"/>
            <a:ext cx="50001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27" name="Google Shape;27;p4"/>
          <p:cNvSpPr txBox="1"/>
          <p:nvPr>
            <p:ph idx="2"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28" name="Google Shape;28;p4"/>
          <p:cNvSpPr txBox="1"/>
          <p:nvPr>
            <p:ph idx="12" type="sldNum"/>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29" name="Google Shape;29;p4"/>
          <p:cNvSpPr txBox="1"/>
          <p:nvPr>
            <p:ph idx="3" type="subTitle"/>
          </p:nvPr>
        </p:nvSpPr>
        <p:spPr>
          <a:xfrm>
            <a:off x="279528" y="2903871"/>
            <a:ext cx="1970100" cy="336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atin typeface="Playfair Display Medium"/>
                <a:ea typeface="Playfair Display Medium"/>
                <a:cs typeface="Playfair Display Medium"/>
                <a:sym typeface="Playfair Display Medium"/>
              </a:defRPr>
            </a:lvl1pPr>
            <a:lvl2pPr lvl="1">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2pPr>
            <a:lvl3pPr lvl="2">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3pPr>
            <a:lvl4pPr lvl="3">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4pPr>
            <a:lvl5pPr lvl="4">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5pPr>
            <a:lvl6pPr lvl="5">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6pPr>
            <a:lvl7pPr lvl="6">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7pPr>
            <a:lvl8pPr lvl="7">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8pPr>
            <a:lvl9pPr lvl="8">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9pPr>
          </a:lstStyle>
          <a:p/>
        </p:txBody>
      </p:sp>
      <p:sp>
        <p:nvSpPr>
          <p:cNvPr id="30" name="Google Shape;30;p4"/>
          <p:cNvSpPr txBox="1"/>
          <p:nvPr>
            <p:ph idx="4" type="subTitle"/>
          </p:nvPr>
        </p:nvSpPr>
        <p:spPr>
          <a:xfrm>
            <a:off x="2489940" y="2903871"/>
            <a:ext cx="1970100" cy="336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atin typeface="Playfair Display Medium"/>
                <a:ea typeface="Playfair Display Medium"/>
                <a:cs typeface="Playfair Display Medium"/>
                <a:sym typeface="Playfair Display Medium"/>
              </a:defRPr>
            </a:lvl1pPr>
            <a:lvl2pPr lvl="1">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2pPr>
            <a:lvl3pPr lvl="2">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3pPr>
            <a:lvl4pPr lvl="3">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4pPr>
            <a:lvl5pPr lvl="4">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5pPr>
            <a:lvl6pPr lvl="5">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6pPr>
            <a:lvl7pPr lvl="6">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7pPr>
            <a:lvl8pPr lvl="7">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8pPr>
            <a:lvl9pPr lvl="8">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9pPr>
          </a:lstStyle>
          <a:p/>
        </p:txBody>
      </p:sp>
      <p:sp>
        <p:nvSpPr>
          <p:cNvPr id="31" name="Google Shape;31;p4"/>
          <p:cNvSpPr txBox="1"/>
          <p:nvPr>
            <p:ph idx="5" type="subTitle"/>
          </p:nvPr>
        </p:nvSpPr>
        <p:spPr>
          <a:xfrm>
            <a:off x="4695138" y="2903871"/>
            <a:ext cx="1970100" cy="336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atin typeface="Playfair Display Medium"/>
                <a:ea typeface="Playfair Display Medium"/>
                <a:cs typeface="Playfair Display Medium"/>
                <a:sym typeface="Playfair Display Medium"/>
              </a:defRPr>
            </a:lvl1pPr>
            <a:lvl2pPr lvl="1">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2pPr>
            <a:lvl3pPr lvl="2">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3pPr>
            <a:lvl4pPr lvl="3">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4pPr>
            <a:lvl5pPr lvl="4">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5pPr>
            <a:lvl6pPr lvl="5">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6pPr>
            <a:lvl7pPr lvl="6">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7pPr>
            <a:lvl8pPr lvl="7">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8pPr>
            <a:lvl9pPr lvl="8">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9pPr>
          </a:lstStyle>
          <a:p/>
        </p:txBody>
      </p:sp>
      <p:sp>
        <p:nvSpPr>
          <p:cNvPr id="32" name="Google Shape;32;p4"/>
          <p:cNvSpPr txBox="1"/>
          <p:nvPr>
            <p:ph idx="6" type="subTitle"/>
          </p:nvPr>
        </p:nvSpPr>
        <p:spPr>
          <a:xfrm>
            <a:off x="6900335" y="2903871"/>
            <a:ext cx="1970100" cy="336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atin typeface="Playfair Display Medium"/>
                <a:ea typeface="Playfair Display Medium"/>
                <a:cs typeface="Playfair Display Medium"/>
                <a:sym typeface="Playfair Display Medium"/>
              </a:defRPr>
            </a:lvl1pPr>
            <a:lvl2pPr lvl="1">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2pPr>
            <a:lvl3pPr lvl="2">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3pPr>
            <a:lvl4pPr lvl="3">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4pPr>
            <a:lvl5pPr lvl="4">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5pPr>
            <a:lvl6pPr lvl="5">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6pPr>
            <a:lvl7pPr lvl="6">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7pPr>
            <a:lvl8pPr lvl="7">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8pPr>
            <a:lvl9pPr lvl="8">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9pPr>
          </a:lstStyle>
          <a:p/>
        </p:txBody>
      </p:sp>
      <p:sp>
        <p:nvSpPr>
          <p:cNvPr id="33" name="Google Shape;33;p4"/>
          <p:cNvSpPr txBox="1"/>
          <p:nvPr>
            <p:ph idx="7" type="body"/>
          </p:nvPr>
        </p:nvSpPr>
        <p:spPr>
          <a:xfrm>
            <a:off x="274950" y="3206259"/>
            <a:ext cx="1970100" cy="1005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
        <p:nvSpPr>
          <p:cNvPr id="34" name="Google Shape;34;p4"/>
          <p:cNvSpPr txBox="1"/>
          <p:nvPr>
            <p:ph idx="8" type="body"/>
          </p:nvPr>
        </p:nvSpPr>
        <p:spPr>
          <a:xfrm>
            <a:off x="2489940" y="3206259"/>
            <a:ext cx="1970100" cy="1005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
        <p:nvSpPr>
          <p:cNvPr id="35" name="Google Shape;35;p4"/>
          <p:cNvSpPr txBox="1"/>
          <p:nvPr>
            <p:ph idx="9" type="body"/>
          </p:nvPr>
        </p:nvSpPr>
        <p:spPr>
          <a:xfrm>
            <a:off x="4704930" y="3206259"/>
            <a:ext cx="1970100" cy="1005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
        <p:nvSpPr>
          <p:cNvPr id="36" name="Google Shape;36;p4"/>
          <p:cNvSpPr txBox="1"/>
          <p:nvPr>
            <p:ph idx="13" type="body"/>
          </p:nvPr>
        </p:nvSpPr>
        <p:spPr>
          <a:xfrm>
            <a:off x="6900335" y="3206259"/>
            <a:ext cx="1970100" cy="1005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
        <p:nvSpPr>
          <p:cNvPr id="37" name="Google Shape;37;p4"/>
          <p:cNvSpPr txBox="1"/>
          <p:nvPr>
            <p:ph idx="14" type="subTitle"/>
          </p:nvPr>
        </p:nvSpPr>
        <p:spPr>
          <a:xfrm>
            <a:off x="279525" y="2672823"/>
            <a:ext cx="382500" cy="1476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SzPts val="1000"/>
              <a:buFont typeface="Playfair Display"/>
              <a:buNone/>
              <a:defRPr sz="1000">
                <a:latin typeface="Playfair Display"/>
                <a:ea typeface="Playfair Display"/>
                <a:cs typeface="Playfair Display"/>
                <a:sym typeface="Playfair Display"/>
              </a:defRPr>
            </a:lvl1pPr>
            <a:lvl2pPr lvl="1">
              <a:spcBef>
                <a:spcPts val="0"/>
              </a:spcBef>
              <a:spcAft>
                <a:spcPts val="0"/>
              </a:spcAft>
              <a:buSzPts val="1000"/>
              <a:buFont typeface="Playfair Display"/>
              <a:buNone/>
              <a:defRPr sz="1000">
                <a:latin typeface="Playfair Display"/>
                <a:ea typeface="Playfair Display"/>
                <a:cs typeface="Playfair Display"/>
                <a:sym typeface="Playfair Display"/>
              </a:defRPr>
            </a:lvl2pPr>
            <a:lvl3pPr lvl="2">
              <a:spcBef>
                <a:spcPts val="0"/>
              </a:spcBef>
              <a:spcAft>
                <a:spcPts val="0"/>
              </a:spcAft>
              <a:buSzPts val="1000"/>
              <a:buFont typeface="Playfair Display"/>
              <a:buNone/>
              <a:defRPr sz="1000">
                <a:latin typeface="Playfair Display"/>
                <a:ea typeface="Playfair Display"/>
                <a:cs typeface="Playfair Display"/>
                <a:sym typeface="Playfair Display"/>
              </a:defRPr>
            </a:lvl3pPr>
            <a:lvl4pPr lvl="3">
              <a:spcBef>
                <a:spcPts val="0"/>
              </a:spcBef>
              <a:spcAft>
                <a:spcPts val="0"/>
              </a:spcAft>
              <a:buSzPts val="1000"/>
              <a:buFont typeface="Playfair Display"/>
              <a:buNone/>
              <a:defRPr sz="1000">
                <a:latin typeface="Playfair Display"/>
                <a:ea typeface="Playfair Display"/>
                <a:cs typeface="Playfair Display"/>
                <a:sym typeface="Playfair Display"/>
              </a:defRPr>
            </a:lvl4pPr>
            <a:lvl5pPr lvl="4">
              <a:spcBef>
                <a:spcPts val="0"/>
              </a:spcBef>
              <a:spcAft>
                <a:spcPts val="0"/>
              </a:spcAft>
              <a:buSzPts val="1000"/>
              <a:buFont typeface="Playfair Display"/>
              <a:buNone/>
              <a:defRPr sz="1000">
                <a:latin typeface="Playfair Display"/>
                <a:ea typeface="Playfair Display"/>
                <a:cs typeface="Playfair Display"/>
                <a:sym typeface="Playfair Display"/>
              </a:defRPr>
            </a:lvl5pPr>
            <a:lvl6pPr lvl="5">
              <a:spcBef>
                <a:spcPts val="0"/>
              </a:spcBef>
              <a:spcAft>
                <a:spcPts val="0"/>
              </a:spcAft>
              <a:buSzPts val="1000"/>
              <a:buFont typeface="Playfair Display"/>
              <a:buNone/>
              <a:defRPr sz="1000">
                <a:latin typeface="Playfair Display"/>
                <a:ea typeface="Playfair Display"/>
                <a:cs typeface="Playfair Display"/>
                <a:sym typeface="Playfair Display"/>
              </a:defRPr>
            </a:lvl6pPr>
            <a:lvl7pPr lvl="6">
              <a:spcBef>
                <a:spcPts val="0"/>
              </a:spcBef>
              <a:spcAft>
                <a:spcPts val="0"/>
              </a:spcAft>
              <a:buSzPts val="1000"/>
              <a:buFont typeface="Playfair Display"/>
              <a:buNone/>
              <a:defRPr sz="1000">
                <a:latin typeface="Playfair Display"/>
                <a:ea typeface="Playfair Display"/>
                <a:cs typeface="Playfair Display"/>
                <a:sym typeface="Playfair Display"/>
              </a:defRPr>
            </a:lvl7pPr>
            <a:lvl8pPr lvl="7">
              <a:spcBef>
                <a:spcPts val="0"/>
              </a:spcBef>
              <a:spcAft>
                <a:spcPts val="0"/>
              </a:spcAft>
              <a:buSzPts val="1000"/>
              <a:buFont typeface="Playfair Display"/>
              <a:buNone/>
              <a:defRPr sz="1000">
                <a:latin typeface="Playfair Display"/>
                <a:ea typeface="Playfair Display"/>
                <a:cs typeface="Playfair Display"/>
                <a:sym typeface="Playfair Display"/>
              </a:defRPr>
            </a:lvl8pPr>
            <a:lvl9pPr lvl="8">
              <a:spcBef>
                <a:spcPts val="0"/>
              </a:spcBef>
              <a:spcAft>
                <a:spcPts val="0"/>
              </a:spcAft>
              <a:buSzPts val="1000"/>
              <a:buFont typeface="Playfair Display"/>
              <a:buNone/>
              <a:defRPr sz="1000">
                <a:latin typeface="Playfair Display"/>
                <a:ea typeface="Playfair Display"/>
                <a:cs typeface="Playfair Display"/>
                <a:sym typeface="Playfair Display"/>
              </a:defRPr>
            </a:lvl9pPr>
          </a:lstStyle>
          <a:p/>
        </p:txBody>
      </p:sp>
      <p:sp>
        <p:nvSpPr>
          <p:cNvPr id="38" name="Google Shape;38;p4"/>
          <p:cNvSpPr txBox="1"/>
          <p:nvPr>
            <p:ph idx="15" type="subTitle"/>
          </p:nvPr>
        </p:nvSpPr>
        <p:spPr>
          <a:xfrm>
            <a:off x="2489950" y="2672823"/>
            <a:ext cx="382500" cy="1476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SzPts val="1000"/>
              <a:buFont typeface="Playfair Display"/>
              <a:buNone/>
              <a:defRPr sz="1000">
                <a:latin typeface="Playfair Display"/>
                <a:ea typeface="Playfair Display"/>
                <a:cs typeface="Playfair Display"/>
                <a:sym typeface="Playfair Display"/>
              </a:defRPr>
            </a:lvl1pPr>
            <a:lvl2pPr lvl="1">
              <a:spcBef>
                <a:spcPts val="0"/>
              </a:spcBef>
              <a:spcAft>
                <a:spcPts val="0"/>
              </a:spcAft>
              <a:buSzPts val="1000"/>
              <a:buFont typeface="Playfair Display"/>
              <a:buNone/>
              <a:defRPr sz="1000">
                <a:latin typeface="Playfair Display"/>
                <a:ea typeface="Playfair Display"/>
                <a:cs typeface="Playfair Display"/>
                <a:sym typeface="Playfair Display"/>
              </a:defRPr>
            </a:lvl2pPr>
            <a:lvl3pPr lvl="2">
              <a:spcBef>
                <a:spcPts val="0"/>
              </a:spcBef>
              <a:spcAft>
                <a:spcPts val="0"/>
              </a:spcAft>
              <a:buSzPts val="1000"/>
              <a:buFont typeface="Playfair Display"/>
              <a:buNone/>
              <a:defRPr sz="1000">
                <a:latin typeface="Playfair Display"/>
                <a:ea typeface="Playfair Display"/>
                <a:cs typeface="Playfair Display"/>
                <a:sym typeface="Playfair Display"/>
              </a:defRPr>
            </a:lvl3pPr>
            <a:lvl4pPr lvl="3">
              <a:spcBef>
                <a:spcPts val="0"/>
              </a:spcBef>
              <a:spcAft>
                <a:spcPts val="0"/>
              </a:spcAft>
              <a:buSzPts val="1000"/>
              <a:buFont typeface="Playfair Display"/>
              <a:buNone/>
              <a:defRPr sz="1000">
                <a:latin typeface="Playfair Display"/>
                <a:ea typeface="Playfair Display"/>
                <a:cs typeface="Playfair Display"/>
                <a:sym typeface="Playfair Display"/>
              </a:defRPr>
            </a:lvl4pPr>
            <a:lvl5pPr lvl="4">
              <a:spcBef>
                <a:spcPts val="0"/>
              </a:spcBef>
              <a:spcAft>
                <a:spcPts val="0"/>
              </a:spcAft>
              <a:buSzPts val="1000"/>
              <a:buFont typeface="Playfair Display"/>
              <a:buNone/>
              <a:defRPr sz="1000">
                <a:latin typeface="Playfair Display"/>
                <a:ea typeface="Playfair Display"/>
                <a:cs typeface="Playfair Display"/>
                <a:sym typeface="Playfair Display"/>
              </a:defRPr>
            </a:lvl5pPr>
            <a:lvl6pPr lvl="5">
              <a:spcBef>
                <a:spcPts val="0"/>
              </a:spcBef>
              <a:spcAft>
                <a:spcPts val="0"/>
              </a:spcAft>
              <a:buSzPts val="1000"/>
              <a:buFont typeface="Playfair Display"/>
              <a:buNone/>
              <a:defRPr sz="1000">
                <a:latin typeface="Playfair Display"/>
                <a:ea typeface="Playfair Display"/>
                <a:cs typeface="Playfair Display"/>
                <a:sym typeface="Playfair Display"/>
              </a:defRPr>
            </a:lvl6pPr>
            <a:lvl7pPr lvl="6">
              <a:spcBef>
                <a:spcPts val="0"/>
              </a:spcBef>
              <a:spcAft>
                <a:spcPts val="0"/>
              </a:spcAft>
              <a:buSzPts val="1000"/>
              <a:buFont typeface="Playfair Display"/>
              <a:buNone/>
              <a:defRPr sz="1000">
                <a:latin typeface="Playfair Display"/>
                <a:ea typeface="Playfair Display"/>
                <a:cs typeface="Playfair Display"/>
                <a:sym typeface="Playfair Display"/>
              </a:defRPr>
            </a:lvl7pPr>
            <a:lvl8pPr lvl="7">
              <a:spcBef>
                <a:spcPts val="0"/>
              </a:spcBef>
              <a:spcAft>
                <a:spcPts val="0"/>
              </a:spcAft>
              <a:buSzPts val="1000"/>
              <a:buFont typeface="Playfair Display"/>
              <a:buNone/>
              <a:defRPr sz="1000">
                <a:latin typeface="Playfair Display"/>
                <a:ea typeface="Playfair Display"/>
                <a:cs typeface="Playfair Display"/>
                <a:sym typeface="Playfair Display"/>
              </a:defRPr>
            </a:lvl8pPr>
            <a:lvl9pPr lvl="8">
              <a:spcBef>
                <a:spcPts val="0"/>
              </a:spcBef>
              <a:spcAft>
                <a:spcPts val="0"/>
              </a:spcAft>
              <a:buSzPts val="1000"/>
              <a:buFont typeface="Playfair Display"/>
              <a:buNone/>
              <a:defRPr sz="1000">
                <a:latin typeface="Playfair Display"/>
                <a:ea typeface="Playfair Display"/>
                <a:cs typeface="Playfair Display"/>
                <a:sym typeface="Playfair Display"/>
              </a:defRPr>
            </a:lvl9pPr>
          </a:lstStyle>
          <a:p/>
        </p:txBody>
      </p:sp>
      <p:sp>
        <p:nvSpPr>
          <p:cNvPr id="39" name="Google Shape;39;p4"/>
          <p:cNvSpPr txBox="1"/>
          <p:nvPr>
            <p:ph idx="16" type="subTitle"/>
          </p:nvPr>
        </p:nvSpPr>
        <p:spPr>
          <a:xfrm>
            <a:off x="4700375" y="2672823"/>
            <a:ext cx="382500" cy="1476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SzPts val="1000"/>
              <a:buFont typeface="Playfair Display"/>
              <a:buNone/>
              <a:defRPr sz="1000">
                <a:latin typeface="Playfair Display"/>
                <a:ea typeface="Playfair Display"/>
                <a:cs typeface="Playfair Display"/>
                <a:sym typeface="Playfair Display"/>
              </a:defRPr>
            </a:lvl1pPr>
            <a:lvl2pPr lvl="1">
              <a:spcBef>
                <a:spcPts val="0"/>
              </a:spcBef>
              <a:spcAft>
                <a:spcPts val="0"/>
              </a:spcAft>
              <a:buSzPts val="1000"/>
              <a:buFont typeface="Playfair Display"/>
              <a:buNone/>
              <a:defRPr sz="1000">
                <a:latin typeface="Playfair Display"/>
                <a:ea typeface="Playfair Display"/>
                <a:cs typeface="Playfair Display"/>
                <a:sym typeface="Playfair Display"/>
              </a:defRPr>
            </a:lvl2pPr>
            <a:lvl3pPr lvl="2">
              <a:spcBef>
                <a:spcPts val="0"/>
              </a:spcBef>
              <a:spcAft>
                <a:spcPts val="0"/>
              </a:spcAft>
              <a:buSzPts val="1000"/>
              <a:buFont typeface="Playfair Display"/>
              <a:buNone/>
              <a:defRPr sz="1000">
                <a:latin typeface="Playfair Display"/>
                <a:ea typeface="Playfair Display"/>
                <a:cs typeface="Playfair Display"/>
                <a:sym typeface="Playfair Display"/>
              </a:defRPr>
            </a:lvl3pPr>
            <a:lvl4pPr lvl="3">
              <a:spcBef>
                <a:spcPts val="0"/>
              </a:spcBef>
              <a:spcAft>
                <a:spcPts val="0"/>
              </a:spcAft>
              <a:buSzPts val="1000"/>
              <a:buFont typeface="Playfair Display"/>
              <a:buNone/>
              <a:defRPr sz="1000">
                <a:latin typeface="Playfair Display"/>
                <a:ea typeface="Playfair Display"/>
                <a:cs typeface="Playfair Display"/>
                <a:sym typeface="Playfair Display"/>
              </a:defRPr>
            </a:lvl4pPr>
            <a:lvl5pPr lvl="4">
              <a:spcBef>
                <a:spcPts val="0"/>
              </a:spcBef>
              <a:spcAft>
                <a:spcPts val="0"/>
              </a:spcAft>
              <a:buSzPts val="1000"/>
              <a:buFont typeface="Playfair Display"/>
              <a:buNone/>
              <a:defRPr sz="1000">
                <a:latin typeface="Playfair Display"/>
                <a:ea typeface="Playfair Display"/>
                <a:cs typeface="Playfair Display"/>
                <a:sym typeface="Playfair Display"/>
              </a:defRPr>
            </a:lvl5pPr>
            <a:lvl6pPr lvl="5">
              <a:spcBef>
                <a:spcPts val="0"/>
              </a:spcBef>
              <a:spcAft>
                <a:spcPts val="0"/>
              </a:spcAft>
              <a:buSzPts val="1000"/>
              <a:buFont typeface="Playfair Display"/>
              <a:buNone/>
              <a:defRPr sz="1000">
                <a:latin typeface="Playfair Display"/>
                <a:ea typeface="Playfair Display"/>
                <a:cs typeface="Playfair Display"/>
                <a:sym typeface="Playfair Display"/>
              </a:defRPr>
            </a:lvl6pPr>
            <a:lvl7pPr lvl="6">
              <a:spcBef>
                <a:spcPts val="0"/>
              </a:spcBef>
              <a:spcAft>
                <a:spcPts val="0"/>
              </a:spcAft>
              <a:buSzPts val="1000"/>
              <a:buFont typeface="Playfair Display"/>
              <a:buNone/>
              <a:defRPr sz="1000">
                <a:latin typeface="Playfair Display"/>
                <a:ea typeface="Playfair Display"/>
                <a:cs typeface="Playfair Display"/>
                <a:sym typeface="Playfair Display"/>
              </a:defRPr>
            </a:lvl7pPr>
            <a:lvl8pPr lvl="7">
              <a:spcBef>
                <a:spcPts val="0"/>
              </a:spcBef>
              <a:spcAft>
                <a:spcPts val="0"/>
              </a:spcAft>
              <a:buSzPts val="1000"/>
              <a:buFont typeface="Playfair Display"/>
              <a:buNone/>
              <a:defRPr sz="1000">
                <a:latin typeface="Playfair Display"/>
                <a:ea typeface="Playfair Display"/>
                <a:cs typeface="Playfair Display"/>
                <a:sym typeface="Playfair Display"/>
              </a:defRPr>
            </a:lvl8pPr>
            <a:lvl9pPr lvl="8">
              <a:spcBef>
                <a:spcPts val="0"/>
              </a:spcBef>
              <a:spcAft>
                <a:spcPts val="0"/>
              </a:spcAft>
              <a:buSzPts val="1000"/>
              <a:buFont typeface="Playfair Display"/>
              <a:buNone/>
              <a:defRPr sz="1000">
                <a:latin typeface="Playfair Display"/>
                <a:ea typeface="Playfair Display"/>
                <a:cs typeface="Playfair Display"/>
                <a:sym typeface="Playfair Display"/>
              </a:defRPr>
            </a:lvl9pPr>
          </a:lstStyle>
          <a:p/>
        </p:txBody>
      </p:sp>
      <p:sp>
        <p:nvSpPr>
          <p:cNvPr id="40" name="Google Shape;40;p4"/>
          <p:cNvSpPr txBox="1"/>
          <p:nvPr>
            <p:ph idx="17" type="subTitle"/>
          </p:nvPr>
        </p:nvSpPr>
        <p:spPr>
          <a:xfrm>
            <a:off x="6910800" y="2672823"/>
            <a:ext cx="382500" cy="1476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SzPts val="1000"/>
              <a:buFont typeface="Playfair Display"/>
              <a:buNone/>
              <a:defRPr sz="1000">
                <a:latin typeface="Playfair Display"/>
                <a:ea typeface="Playfair Display"/>
                <a:cs typeface="Playfair Display"/>
                <a:sym typeface="Playfair Display"/>
              </a:defRPr>
            </a:lvl1pPr>
            <a:lvl2pPr lvl="1">
              <a:spcBef>
                <a:spcPts val="0"/>
              </a:spcBef>
              <a:spcAft>
                <a:spcPts val="0"/>
              </a:spcAft>
              <a:buSzPts val="1000"/>
              <a:buFont typeface="Playfair Display"/>
              <a:buNone/>
              <a:defRPr sz="1000">
                <a:latin typeface="Playfair Display"/>
                <a:ea typeface="Playfair Display"/>
                <a:cs typeface="Playfair Display"/>
                <a:sym typeface="Playfair Display"/>
              </a:defRPr>
            </a:lvl2pPr>
            <a:lvl3pPr lvl="2">
              <a:spcBef>
                <a:spcPts val="0"/>
              </a:spcBef>
              <a:spcAft>
                <a:spcPts val="0"/>
              </a:spcAft>
              <a:buSzPts val="1000"/>
              <a:buFont typeface="Playfair Display"/>
              <a:buNone/>
              <a:defRPr sz="1000">
                <a:latin typeface="Playfair Display"/>
                <a:ea typeface="Playfair Display"/>
                <a:cs typeface="Playfair Display"/>
                <a:sym typeface="Playfair Display"/>
              </a:defRPr>
            </a:lvl3pPr>
            <a:lvl4pPr lvl="3">
              <a:spcBef>
                <a:spcPts val="0"/>
              </a:spcBef>
              <a:spcAft>
                <a:spcPts val="0"/>
              </a:spcAft>
              <a:buSzPts val="1000"/>
              <a:buFont typeface="Playfair Display"/>
              <a:buNone/>
              <a:defRPr sz="1000">
                <a:latin typeface="Playfair Display"/>
                <a:ea typeface="Playfair Display"/>
                <a:cs typeface="Playfair Display"/>
                <a:sym typeface="Playfair Display"/>
              </a:defRPr>
            </a:lvl4pPr>
            <a:lvl5pPr lvl="4">
              <a:spcBef>
                <a:spcPts val="0"/>
              </a:spcBef>
              <a:spcAft>
                <a:spcPts val="0"/>
              </a:spcAft>
              <a:buSzPts val="1000"/>
              <a:buFont typeface="Playfair Display"/>
              <a:buNone/>
              <a:defRPr sz="1000">
                <a:latin typeface="Playfair Display"/>
                <a:ea typeface="Playfair Display"/>
                <a:cs typeface="Playfair Display"/>
                <a:sym typeface="Playfair Display"/>
              </a:defRPr>
            </a:lvl5pPr>
            <a:lvl6pPr lvl="5">
              <a:spcBef>
                <a:spcPts val="0"/>
              </a:spcBef>
              <a:spcAft>
                <a:spcPts val="0"/>
              </a:spcAft>
              <a:buSzPts val="1000"/>
              <a:buFont typeface="Playfair Display"/>
              <a:buNone/>
              <a:defRPr sz="1000">
                <a:latin typeface="Playfair Display"/>
                <a:ea typeface="Playfair Display"/>
                <a:cs typeface="Playfair Display"/>
                <a:sym typeface="Playfair Display"/>
              </a:defRPr>
            </a:lvl6pPr>
            <a:lvl7pPr lvl="6">
              <a:spcBef>
                <a:spcPts val="0"/>
              </a:spcBef>
              <a:spcAft>
                <a:spcPts val="0"/>
              </a:spcAft>
              <a:buSzPts val="1000"/>
              <a:buFont typeface="Playfair Display"/>
              <a:buNone/>
              <a:defRPr sz="1000">
                <a:latin typeface="Playfair Display"/>
                <a:ea typeface="Playfair Display"/>
                <a:cs typeface="Playfair Display"/>
                <a:sym typeface="Playfair Display"/>
              </a:defRPr>
            </a:lvl7pPr>
            <a:lvl8pPr lvl="7">
              <a:spcBef>
                <a:spcPts val="0"/>
              </a:spcBef>
              <a:spcAft>
                <a:spcPts val="0"/>
              </a:spcAft>
              <a:buSzPts val="1000"/>
              <a:buFont typeface="Playfair Display"/>
              <a:buNone/>
              <a:defRPr sz="1000">
                <a:latin typeface="Playfair Display"/>
                <a:ea typeface="Playfair Display"/>
                <a:cs typeface="Playfair Display"/>
                <a:sym typeface="Playfair Display"/>
              </a:defRPr>
            </a:lvl8pPr>
            <a:lvl9pPr lvl="8">
              <a:spcBef>
                <a:spcPts val="0"/>
              </a:spcBef>
              <a:spcAft>
                <a:spcPts val="0"/>
              </a:spcAft>
              <a:buSzPts val="1000"/>
              <a:buFont typeface="Playfair Display"/>
              <a:buNone/>
              <a:defRPr sz="1000">
                <a:latin typeface="Playfair Display"/>
                <a:ea typeface="Playfair Display"/>
                <a:cs typeface="Playfair Display"/>
                <a:sym typeface="Playfair Display"/>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right image and 2 text boxes">
  <p:cSld name="BLANK_1_1_1_1_5">
    <p:spTree>
      <p:nvGrpSpPr>
        <p:cNvPr id="41" name="Shape 41"/>
        <p:cNvGrpSpPr/>
        <p:nvPr/>
      </p:nvGrpSpPr>
      <p:grpSpPr>
        <a:xfrm>
          <a:off x="0" y="0"/>
          <a:ext cx="0" cy="0"/>
          <a:chOff x="0" y="0"/>
          <a:chExt cx="0" cy="0"/>
        </a:xfrm>
      </p:grpSpPr>
      <p:sp>
        <p:nvSpPr>
          <p:cNvPr id="42" name="Google Shape;42;p5"/>
          <p:cNvSpPr txBox="1"/>
          <p:nvPr>
            <p:ph type="title"/>
          </p:nvPr>
        </p:nvSpPr>
        <p:spPr>
          <a:xfrm>
            <a:off x="276075" y="457200"/>
            <a:ext cx="64329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43" name="Google Shape;43;p5"/>
          <p:cNvSpPr txBox="1"/>
          <p:nvPr>
            <p:ph idx="12" type="sldNum"/>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44" name="Google Shape;44;p5"/>
          <p:cNvSpPr/>
          <p:nvPr>
            <p:ph idx="2" type="pic"/>
          </p:nvPr>
        </p:nvSpPr>
        <p:spPr>
          <a:xfrm>
            <a:off x="6802800" y="0"/>
            <a:ext cx="2341200" cy="1189800"/>
          </a:xfrm>
          <a:prstGeom prst="rect">
            <a:avLst/>
          </a:prstGeom>
          <a:noFill/>
          <a:ln>
            <a:noFill/>
          </a:ln>
        </p:spPr>
      </p:sp>
      <p:sp>
        <p:nvSpPr>
          <p:cNvPr id="45" name="Google Shape;45;p5"/>
          <p:cNvSpPr txBox="1"/>
          <p:nvPr>
            <p:ph idx="1" type="subTitle"/>
          </p:nvPr>
        </p:nvSpPr>
        <p:spPr>
          <a:xfrm>
            <a:off x="4682775" y="2717425"/>
            <a:ext cx="2026200" cy="3138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46" name="Google Shape;46;p5"/>
          <p:cNvSpPr txBox="1"/>
          <p:nvPr>
            <p:ph idx="3" type="subTitle"/>
          </p:nvPr>
        </p:nvSpPr>
        <p:spPr>
          <a:xfrm>
            <a:off x="6843453" y="2717425"/>
            <a:ext cx="2030100" cy="3138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47" name="Google Shape;47;p5"/>
          <p:cNvSpPr txBox="1"/>
          <p:nvPr>
            <p:ph idx="4"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48" name="Google Shape;48;p5"/>
          <p:cNvSpPr txBox="1"/>
          <p:nvPr>
            <p:ph idx="5" type="body"/>
          </p:nvPr>
        </p:nvSpPr>
        <p:spPr>
          <a:xfrm>
            <a:off x="4682775" y="3042765"/>
            <a:ext cx="2026200" cy="12321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
        <p:nvSpPr>
          <p:cNvPr id="49" name="Google Shape;49;p5"/>
          <p:cNvSpPr txBox="1"/>
          <p:nvPr>
            <p:ph idx="6" type="body"/>
          </p:nvPr>
        </p:nvSpPr>
        <p:spPr>
          <a:xfrm>
            <a:off x="6843455" y="3042765"/>
            <a:ext cx="2030100" cy="12321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peakers info">
  <p:cSld name="BLANK_1_1_1_1_3">
    <p:spTree>
      <p:nvGrpSpPr>
        <p:cNvPr id="50" name="Shape 50"/>
        <p:cNvGrpSpPr/>
        <p:nvPr/>
      </p:nvGrpSpPr>
      <p:grpSpPr>
        <a:xfrm>
          <a:off x="0" y="0"/>
          <a:ext cx="0" cy="0"/>
          <a:chOff x="0" y="0"/>
          <a:chExt cx="0" cy="0"/>
        </a:xfrm>
      </p:grpSpPr>
      <p:sp>
        <p:nvSpPr>
          <p:cNvPr id="51" name="Google Shape;51;p6"/>
          <p:cNvSpPr/>
          <p:nvPr/>
        </p:nvSpPr>
        <p:spPr>
          <a:xfrm>
            <a:off x="5461825" y="850"/>
            <a:ext cx="36822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2" name="Google Shape;52;p6"/>
          <p:cNvSpPr txBox="1"/>
          <p:nvPr>
            <p:ph idx="1" type="subTitle"/>
          </p:nvPr>
        </p:nvSpPr>
        <p:spPr>
          <a:xfrm>
            <a:off x="1987875" y="1422801"/>
            <a:ext cx="1578300" cy="443400"/>
          </a:xfrm>
          <a:prstGeom prst="rect">
            <a:avLst/>
          </a:prstGeom>
        </p:spPr>
        <p:txBody>
          <a:bodyPr anchorCtr="0" anchor="t" bIns="0" lIns="0" spcFirstLastPara="1" rIns="0" wrap="square" tIns="0">
            <a:noAutofit/>
          </a:bodyPr>
          <a:lstStyle>
            <a:lvl1pPr lvl="0">
              <a:spcBef>
                <a:spcPts val="0"/>
              </a:spcBef>
              <a:spcAft>
                <a:spcPts val="0"/>
              </a:spcAft>
              <a:buNone/>
              <a:defRPr>
                <a:latin typeface="Playfair Display"/>
                <a:ea typeface="Playfair Display"/>
                <a:cs typeface="Playfair Display"/>
                <a:sym typeface="Playfair Display"/>
              </a:defRPr>
            </a:lvl1pPr>
            <a:lvl2pPr lvl="1">
              <a:spcBef>
                <a:spcPts val="0"/>
              </a:spcBef>
              <a:spcAft>
                <a:spcPts val="0"/>
              </a:spcAft>
              <a:buNone/>
              <a:defRPr>
                <a:latin typeface="Playfair Display"/>
                <a:ea typeface="Playfair Display"/>
                <a:cs typeface="Playfair Display"/>
                <a:sym typeface="Playfair Display"/>
              </a:defRPr>
            </a:lvl2pPr>
            <a:lvl3pPr lvl="2">
              <a:spcBef>
                <a:spcPts val="0"/>
              </a:spcBef>
              <a:spcAft>
                <a:spcPts val="0"/>
              </a:spcAft>
              <a:buNone/>
              <a:defRPr>
                <a:latin typeface="Playfair Display"/>
                <a:ea typeface="Playfair Display"/>
                <a:cs typeface="Playfair Display"/>
                <a:sym typeface="Playfair Display"/>
              </a:defRPr>
            </a:lvl3pPr>
            <a:lvl4pPr lvl="3">
              <a:spcBef>
                <a:spcPts val="0"/>
              </a:spcBef>
              <a:spcAft>
                <a:spcPts val="0"/>
              </a:spcAft>
              <a:buNone/>
              <a:defRPr>
                <a:latin typeface="Playfair Display"/>
                <a:ea typeface="Playfair Display"/>
                <a:cs typeface="Playfair Display"/>
                <a:sym typeface="Playfair Display"/>
              </a:defRPr>
            </a:lvl4pPr>
            <a:lvl5pPr lvl="4">
              <a:spcBef>
                <a:spcPts val="0"/>
              </a:spcBef>
              <a:spcAft>
                <a:spcPts val="0"/>
              </a:spcAft>
              <a:buNone/>
              <a:defRPr>
                <a:latin typeface="Playfair Display"/>
                <a:ea typeface="Playfair Display"/>
                <a:cs typeface="Playfair Display"/>
                <a:sym typeface="Playfair Display"/>
              </a:defRPr>
            </a:lvl5pPr>
            <a:lvl6pPr lvl="5">
              <a:spcBef>
                <a:spcPts val="0"/>
              </a:spcBef>
              <a:spcAft>
                <a:spcPts val="0"/>
              </a:spcAft>
              <a:buNone/>
              <a:defRPr>
                <a:latin typeface="Playfair Display"/>
                <a:ea typeface="Playfair Display"/>
                <a:cs typeface="Playfair Display"/>
                <a:sym typeface="Playfair Display"/>
              </a:defRPr>
            </a:lvl6pPr>
            <a:lvl7pPr lvl="6">
              <a:spcBef>
                <a:spcPts val="0"/>
              </a:spcBef>
              <a:spcAft>
                <a:spcPts val="0"/>
              </a:spcAft>
              <a:buNone/>
              <a:defRPr>
                <a:latin typeface="Playfair Display"/>
                <a:ea typeface="Playfair Display"/>
                <a:cs typeface="Playfair Display"/>
                <a:sym typeface="Playfair Display"/>
              </a:defRPr>
            </a:lvl7pPr>
            <a:lvl8pPr lvl="7">
              <a:spcBef>
                <a:spcPts val="0"/>
              </a:spcBef>
              <a:spcAft>
                <a:spcPts val="0"/>
              </a:spcAft>
              <a:buNone/>
              <a:defRPr>
                <a:latin typeface="Playfair Display"/>
                <a:ea typeface="Playfair Display"/>
                <a:cs typeface="Playfair Display"/>
                <a:sym typeface="Playfair Display"/>
              </a:defRPr>
            </a:lvl8pPr>
            <a:lvl9pPr lvl="8">
              <a:spcBef>
                <a:spcPts val="0"/>
              </a:spcBef>
              <a:spcAft>
                <a:spcPts val="0"/>
              </a:spcAft>
              <a:buNone/>
              <a:defRPr>
                <a:latin typeface="Playfair Display"/>
                <a:ea typeface="Playfair Display"/>
                <a:cs typeface="Playfair Display"/>
                <a:sym typeface="Playfair Display"/>
              </a:defRPr>
            </a:lvl9pPr>
          </a:lstStyle>
          <a:p/>
        </p:txBody>
      </p:sp>
      <p:sp>
        <p:nvSpPr>
          <p:cNvPr id="53" name="Google Shape;53;p6"/>
          <p:cNvSpPr txBox="1"/>
          <p:nvPr>
            <p:ph idx="2" type="subTitle"/>
          </p:nvPr>
        </p:nvSpPr>
        <p:spPr>
          <a:xfrm>
            <a:off x="1987875" y="1849116"/>
            <a:ext cx="1547700" cy="322200"/>
          </a:xfrm>
          <a:prstGeom prst="rect">
            <a:avLst/>
          </a:prstGeom>
        </p:spPr>
        <p:txBody>
          <a:bodyPr anchorCtr="0" anchor="b"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atin typeface="Playfair Display"/>
                <a:ea typeface="Playfair Display"/>
                <a:cs typeface="Playfair Display"/>
                <a:sym typeface="Playfair Display"/>
              </a:defRPr>
            </a:lvl2pPr>
            <a:lvl3pPr lvl="2">
              <a:spcBef>
                <a:spcPts val="0"/>
              </a:spcBef>
              <a:spcAft>
                <a:spcPts val="0"/>
              </a:spcAft>
              <a:buNone/>
              <a:defRPr sz="1000">
                <a:latin typeface="Playfair Display"/>
                <a:ea typeface="Playfair Display"/>
                <a:cs typeface="Playfair Display"/>
                <a:sym typeface="Playfair Display"/>
              </a:defRPr>
            </a:lvl3pPr>
            <a:lvl4pPr lvl="3">
              <a:spcBef>
                <a:spcPts val="0"/>
              </a:spcBef>
              <a:spcAft>
                <a:spcPts val="0"/>
              </a:spcAft>
              <a:buNone/>
              <a:defRPr sz="1000">
                <a:latin typeface="Playfair Display"/>
                <a:ea typeface="Playfair Display"/>
                <a:cs typeface="Playfair Display"/>
                <a:sym typeface="Playfair Display"/>
              </a:defRPr>
            </a:lvl4pPr>
            <a:lvl5pPr lvl="4">
              <a:spcBef>
                <a:spcPts val="0"/>
              </a:spcBef>
              <a:spcAft>
                <a:spcPts val="0"/>
              </a:spcAft>
              <a:buNone/>
              <a:defRPr sz="1000">
                <a:latin typeface="Playfair Display"/>
                <a:ea typeface="Playfair Display"/>
                <a:cs typeface="Playfair Display"/>
                <a:sym typeface="Playfair Display"/>
              </a:defRPr>
            </a:lvl5pPr>
            <a:lvl6pPr lvl="5">
              <a:spcBef>
                <a:spcPts val="0"/>
              </a:spcBef>
              <a:spcAft>
                <a:spcPts val="0"/>
              </a:spcAft>
              <a:buNone/>
              <a:defRPr sz="1000">
                <a:latin typeface="Playfair Display"/>
                <a:ea typeface="Playfair Display"/>
                <a:cs typeface="Playfair Display"/>
                <a:sym typeface="Playfair Display"/>
              </a:defRPr>
            </a:lvl6pPr>
            <a:lvl7pPr lvl="6">
              <a:spcBef>
                <a:spcPts val="0"/>
              </a:spcBef>
              <a:spcAft>
                <a:spcPts val="0"/>
              </a:spcAft>
              <a:buNone/>
              <a:defRPr sz="1000">
                <a:latin typeface="Playfair Display"/>
                <a:ea typeface="Playfair Display"/>
                <a:cs typeface="Playfair Display"/>
                <a:sym typeface="Playfair Display"/>
              </a:defRPr>
            </a:lvl7pPr>
            <a:lvl8pPr lvl="7">
              <a:spcBef>
                <a:spcPts val="0"/>
              </a:spcBef>
              <a:spcAft>
                <a:spcPts val="0"/>
              </a:spcAft>
              <a:buNone/>
              <a:defRPr sz="1000">
                <a:latin typeface="Playfair Display"/>
                <a:ea typeface="Playfair Display"/>
                <a:cs typeface="Playfair Display"/>
                <a:sym typeface="Playfair Display"/>
              </a:defRPr>
            </a:lvl8pPr>
            <a:lvl9pPr lvl="8">
              <a:spcBef>
                <a:spcPts val="0"/>
              </a:spcBef>
              <a:spcAft>
                <a:spcPts val="0"/>
              </a:spcAft>
              <a:buNone/>
              <a:defRPr sz="1000">
                <a:latin typeface="Playfair Display"/>
                <a:ea typeface="Playfair Display"/>
                <a:cs typeface="Playfair Display"/>
                <a:sym typeface="Playfair Display"/>
              </a:defRPr>
            </a:lvl9pPr>
          </a:lstStyle>
          <a:p/>
        </p:txBody>
      </p:sp>
      <p:sp>
        <p:nvSpPr>
          <p:cNvPr id="54" name="Google Shape;54;p6"/>
          <p:cNvSpPr/>
          <p:nvPr>
            <p:ph idx="3" type="pic"/>
          </p:nvPr>
        </p:nvSpPr>
        <p:spPr>
          <a:xfrm>
            <a:off x="-50" y="1424175"/>
            <a:ext cx="1838100" cy="3267000"/>
          </a:xfrm>
          <a:prstGeom prst="rect">
            <a:avLst/>
          </a:prstGeom>
          <a:noFill/>
          <a:ln>
            <a:noFill/>
          </a:ln>
        </p:spPr>
      </p:sp>
      <p:sp>
        <p:nvSpPr>
          <p:cNvPr id="55" name="Google Shape;55;p6"/>
          <p:cNvSpPr/>
          <p:nvPr>
            <p:ph idx="4" type="pic"/>
          </p:nvPr>
        </p:nvSpPr>
        <p:spPr>
          <a:xfrm>
            <a:off x="4527160" y="1424175"/>
            <a:ext cx="1838100" cy="3267000"/>
          </a:xfrm>
          <a:prstGeom prst="rect">
            <a:avLst/>
          </a:prstGeom>
          <a:noFill/>
          <a:ln>
            <a:noFill/>
          </a:ln>
        </p:spPr>
      </p:sp>
      <p:sp>
        <p:nvSpPr>
          <p:cNvPr id="56" name="Google Shape;56;p6"/>
          <p:cNvSpPr txBox="1"/>
          <p:nvPr>
            <p:ph idx="5" type="subTitle"/>
          </p:nvPr>
        </p:nvSpPr>
        <p:spPr>
          <a:xfrm>
            <a:off x="6525486" y="1422801"/>
            <a:ext cx="1578300" cy="443400"/>
          </a:xfrm>
          <a:prstGeom prst="rect">
            <a:avLst/>
          </a:prstGeom>
        </p:spPr>
        <p:txBody>
          <a:bodyPr anchorCtr="0" anchor="t" bIns="0" lIns="0" spcFirstLastPara="1" rIns="0" wrap="square" tIns="0">
            <a:noAutofit/>
          </a:bodyPr>
          <a:lstStyle>
            <a:lvl1pPr lvl="0">
              <a:spcBef>
                <a:spcPts val="0"/>
              </a:spcBef>
              <a:spcAft>
                <a:spcPts val="0"/>
              </a:spcAft>
              <a:buNone/>
              <a:defRPr>
                <a:latin typeface="Playfair Display"/>
                <a:ea typeface="Playfair Display"/>
                <a:cs typeface="Playfair Display"/>
                <a:sym typeface="Playfair Display"/>
              </a:defRPr>
            </a:lvl1pPr>
            <a:lvl2pPr lvl="1">
              <a:spcBef>
                <a:spcPts val="0"/>
              </a:spcBef>
              <a:spcAft>
                <a:spcPts val="0"/>
              </a:spcAft>
              <a:buNone/>
              <a:defRPr>
                <a:latin typeface="Playfair Display"/>
                <a:ea typeface="Playfair Display"/>
                <a:cs typeface="Playfair Display"/>
                <a:sym typeface="Playfair Display"/>
              </a:defRPr>
            </a:lvl2pPr>
            <a:lvl3pPr lvl="2">
              <a:spcBef>
                <a:spcPts val="0"/>
              </a:spcBef>
              <a:spcAft>
                <a:spcPts val="0"/>
              </a:spcAft>
              <a:buNone/>
              <a:defRPr>
                <a:latin typeface="Playfair Display"/>
                <a:ea typeface="Playfair Display"/>
                <a:cs typeface="Playfair Display"/>
                <a:sym typeface="Playfair Display"/>
              </a:defRPr>
            </a:lvl3pPr>
            <a:lvl4pPr lvl="3">
              <a:spcBef>
                <a:spcPts val="0"/>
              </a:spcBef>
              <a:spcAft>
                <a:spcPts val="0"/>
              </a:spcAft>
              <a:buNone/>
              <a:defRPr>
                <a:latin typeface="Playfair Display"/>
                <a:ea typeface="Playfair Display"/>
                <a:cs typeface="Playfair Display"/>
                <a:sym typeface="Playfair Display"/>
              </a:defRPr>
            </a:lvl4pPr>
            <a:lvl5pPr lvl="4">
              <a:spcBef>
                <a:spcPts val="0"/>
              </a:spcBef>
              <a:spcAft>
                <a:spcPts val="0"/>
              </a:spcAft>
              <a:buNone/>
              <a:defRPr>
                <a:latin typeface="Playfair Display"/>
                <a:ea typeface="Playfair Display"/>
                <a:cs typeface="Playfair Display"/>
                <a:sym typeface="Playfair Display"/>
              </a:defRPr>
            </a:lvl5pPr>
            <a:lvl6pPr lvl="5">
              <a:spcBef>
                <a:spcPts val="0"/>
              </a:spcBef>
              <a:spcAft>
                <a:spcPts val="0"/>
              </a:spcAft>
              <a:buNone/>
              <a:defRPr>
                <a:latin typeface="Playfair Display"/>
                <a:ea typeface="Playfair Display"/>
                <a:cs typeface="Playfair Display"/>
                <a:sym typeface="Playfair Display"/>
              </a:defRPr>
            </a:lvl6pPr>
            <a:lvl7pPr lvl="6">
              <a:spcBef>
                <a:spcPts val="0"/>
              </a:spcBef>
              <a:spcAft>
                <a:spcPts val="0"/>
              </a:spcAft>
              <a:buNone/>
              <a:defRPr>
                <a:latin typeface="Playfair Display"/>
                <a:ea typeface="Playfair Display"/>
                <a:cs typeface="Playfair Display"/>
                <a:sym typeface="Playfair Display"/>
              </a:defRPr>
            </a:lvl7pPr>
            <a:lvl8pPr lvl="7">
              <a:spcBef>
                <a:spcPts val="0"/>
              </a:spcBef>
              <a:spcAft>
                <a:spcPts val="0"/>
              </a:spcAft>
              <a:buNone/>
              <a:defRPr>
                <a:latin typeface="Playfair Display"/>
                <a:ea typeface="Playfair Display"/>
                <a:cs typeface="Playfair Display"/>
                <a:sym typeface="Playfair Display"/>
              </a:defRPr>
            </a:lvl8pPr>
            <a:lvl9pPr lvl="8">
              <a:spcBef>
                <a:spcPts val="0"/>
              </a:spcBef>
              <a:spcAft>
                <a:spcPts val="0"/>
              </a:spcAft>
              <a:buNone/>
              <a:defRPr>
                <a:latin typeface="Playfair Display"/>
                <a:ea typeface="Playfair Display"/>
                <a:cs typeface="Playfair Display"/>
                <a:sym typeface="Playfair Display"/>
              </a:defRPr>
            </a:lvl9pPr>
          </a:lstStyle>
          <a:p/>
        </p:txBody>
      </p:sp>
      <p:sp>
        <p:nvSpPr>
          <p:cNvPr id="57" name="Google Shape;57;p6"/>
          <p:cNvSpPr txBox="1"/>
          <p:nvPr>
            <p:ph idx="6" type="subTitle"/>
          </p:nvPr>
        </p:nvSpPr>
        <p:spPr>
          <a:xfrm>
            <a:off x="6525486" y="1849116"/>
            <a:ext cx="1547700" cy="322200"/>
          </a:xfrm>
          <a:prstGeom prst="rect">
            <a:avLst/>
          </a:prstGeom>
        </p:spPr>
        <p:txBody>
          <a:bodyPr anchorCtr="0" anchor="b"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atin typeface="Playfair Display"/>
                <a:ea typeface="Playfair Display"/>
                <a:cs typeface="Playfair Display"/>
                <a:sym typeface="Playfair Display"/>
              </a:defRPr>
            </a:lvl2pPr>
            <a:lvl3pPr lvl="2">
              <a:spcBef>
                <a:spcPts val="0"/>
              </a:spcBef>
              <a:spcAft>
                <a:spcPts val="0"/>
              </a:spcAft>
              <a:buNone/>
              <a:defRPr sz="1000">
                <a:latin typeface="Playfair Display"/>
                <a:ea typeface="Playfair Display"/>
                <a:cs typeface="Playfair Display"/>
                <a:sym typeface="Playfair Display"/>
              </a:defRPr>
            </a:lvl3pPr>
            <a:lvl4pPr lvl="3">
              <a:spcBef>
                <a:spcPts val="0"/>
              </a:spcBef>
              <a:spcAft>
                <a:spcPts val="0"/>
              </a:spcAft>
              <a:buNone/>
              <a:defRPr sz="1000">
                <a:latin typeface="Playfair Display"/>
                <a:ea typeface="Playfair Display"/>
                <a:cs typeface="Playfair Display"/>
                <a:sym typeface="Playfair Display"/>
              </a:defRPr>
            </a:lvl4pPr>
            <a:lvl5pPr lvl="4">
              <a:spcBef>
                <a:spcPts val="0"/>
              </a:spcBef>
              <a:spcAft>
                <a:spcPts val="0"/>
              </a:spcAft>
              <a:buNone/>
              <a:defRPr sz="1000">
                <a:latin typeface="Playfair Display"/>
                <a:ea typeface="Playfair Display"/>
                <a:cs typeface="Playfair Display"/>
                <a:sym typeface="Playfair Display"/>
              </a:defRPr>
            </a:lvl5pPr>
            <a:lvl6pPr lvl="5">
              <a:spcBef>
                <a:spcPts val="0"/>
              </a:spcBef>
              <a:spcAft>
                <a:spcPts val="0"/>
              </a:spcAft>
              <a:buNone/>
              <a:defRPr sz="1000">
                <a:latin typeface="Playfair Display"/>
                <a:ea typeface="Playfair Display"/>
                <a:cs typeface="Playfair Display"/>
                <a:sym typeface="Playfair Display"/>
              </a:defRPr>
            </a:lvl6pPr>
            <a:lvl7pPr lvl="6">
              <a:spcBef>
                <a:spcPts val="0"/>
              </a:spcBef>
              <a:spcAft>
                <a:spcPts val="0"/>
              </a:spcAft>
              <a:buNone/>
              <a:defRPr sz="1000">
                <a:latin typeface="Playfair Display"/>
                <a:ea typeface="Playfair Display"/>
                <a:cs typeface="Playfair Display"/>
                <a:sym typeface="Playfair Display"/>
              </a:defRPr>
            </a:lvl7pPr>
            <a:lvl8pPr lvl="7">
              <a:spcBef>
                <a:spcPts val="0"/>
              </a:spcBef>
              <a:spcAft>
                <a:spcPts val="0"/>
              </a:spcAft>
              <a:buNone/>
              <a:defRPr sz="1000">
                <a:latin typeface="Playfair Display"/>
                <a:ea typeface="Playfair Display"/>
                <a:cs typeface="Playfair Display"/>
                <a:sym typeface="Playfair Display"/>
              </a:defRPr>
            </a:lvl8pPr>
            <a:lvl9pPr lvl="8">
              <a:spcBef>
                <a:spcPts val="0"/>
              </a:spcBef>
              <a:spcAft>
                <a:spcPts val="0"/>
              </a:spcAft>
              <a:buNone/>
              <a:defRPr sz="1000">
                <a:latin typeface="Playfair Display"/>
                <a:ea typeface="Playfair Display"/>
                <a:cs typeface="Playfair Display"/>
                <a:sym typeface="Playfair Display"/>
              </a:defRPr>
            </a:lvl9pPr>
          </a:lstStyle>
          <a:p/>
        </p:txBody>
      </p:sp>
      <p:sp>
        <p:nvSpPr>
          <p:cNvPr id="58" name="Google Shape;58;p6"/>
          <p:cNvSpPr txBox="1"/>
          <p:nvPr>
            <p:ph type="title"/>
          </p:nvPr>
        </p:nvSpPr>
        <p:spPr>
          <a:xfrm>
            <a:off x="276075" y="457200"/>
            <a:ext cx="4248900" cy="7614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59" name="Google Shape;59;p6"/>
          <p:cNvSpPr txBox="1"/>
          <p:nvPr>
            <p:ph idx="7"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60" name="Google Shape;60;p6"/>
          <p:cNvSpPr txBox="1"/>
          <p:nvPr>
            <p:ph idx="12" type="sldNum"/>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61" name="Google Shape;61;p6"/>
          <p:cNvSpPr txBox="1"/>
          <p:nvPr>
            <p:ph idx="8" type="body"/>
          </p:nvPr>
        </p:nvSpPr>
        <p:spPr>
          <a:xfrm>
            <a:off x="1987875" y="3545425"/>
            <a:ext cx="1755000" cy="8214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1pPr>
            <a:lvl2pPr indent="-292100" lvl="1" marL="9144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2pPr>
            <a:lvl3pPr indent="-292100" lvl="2" marL="13716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3pPr>
            <a:lvl4pPr indent="-292100" lvl="3" marL="18288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4pPr>
            <a:lvl5pPr indent="-292100" lvl="4" marL="22860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5pPr>
            <a:lvl6pPr indent="-292100" lvl="5" marL="27432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6pPr>
            <a:lvl7pPr indent="-292100" lvl="6" marL="32004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7pPr>
            <a:lvl8pPr indent="-292100" lvl="7" marL="36576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8pPr>
            <a:lvl9pPr indent="-292100" lvl="8" marL="41148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9pPr>
          </a:lstStyle>
          <a:p/>
        </p:txBody>
      </p:sp>
      <p:sp>
        <p:nvSpPr>
          <p:cNvPr id="62" name="Google Shape;62;p6"/>
          <p:cNvSpPr txBox="1"/>
          <p:nvPr>
            <p:ph idx="9" type="body"/>
          </p:nvPr>
        </p:nvSpPr>
        <p:spPr>
          <a:xfrm>
            <a:off x="6536675" y="3545425"/>
            <a:ext cx="1699800" cy="8214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1pPr>
            <a:lvl2pPr indent="-292100" lvl="1" marL="9144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2pPr>
            <a:lvl3pPr indent="-292100" lvl="2" marL="13716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3pPr>
            <a:lvl4pPr indent="-292100" lvl="3" marL="18288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4pPr>
            <a:lvl5pPr indent="-292100" lvl="4" marL="22860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5pPr>
            <a:lvl6pPr indent="-292100" lvl="5" marL="27432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6pPr>
            <a:lvl7pPr indent="-292100" lvl="6" marL="32004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7pPr>
            <a:lvl8pPr indent="-292100" lvl="7" marL="36576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8pPr>
            <a:lvl9pPr indent="-292100" lvl="8" marL="41148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eakers">
  <p:cSld name="BLANK_1_1_1_1_2">
    <p:spTree>
      <p:nvGrpSpPr>
        <p:cNvPr id="63" name="Shape 63"/>
        <p:cNvGrpSpPr/>
        <p:nvPr/>
      </p:nvGrpSpPr>
      <p:grpSpPr>
        <a:xfrm>
          <a:off x="0" y="0"/>
          <a:ext cx="0" cy="0"/>
          <a:chOff x="0" y="0"/>
          <a:chExt cx="0" cy="0"/>
        </a:xfrm>
      </p:grpSpPr>
      <p:sp>
        <p:nvSpPr>
          <p:cNvPr id="64" name="Google Shape;64;p7"/>
          <p:cNvSpPr/>
          <p:nvPr>
            <p:ph idx="2" type="pic"/>
          </p:nvPr>
        </p:nvSpPr>
        <p:spPr>
          <a:xfrm>
            <a:off x="4138225" y="517875"/>
            <a:ext cx="1152300" cy="1203600"/>
          </a:xfrm>
          <a:prstGeom prst="rect">
            <a:avLst/>
          </a:prstGeom>
          <a:noFill/>
          <a:ln>
            <a:noFill/>
          </a:ln>
        </p:spPr>
      </p:sp>
      <p:sp>
        <p:nvSpPr>
          <p:cNvPr id="65" name="Google Shape;65;p7"/>
          <p:cNvSpPr/>
          <p:nvPr>
            <p:ph idx="3" type="pic"/>
          </p:nvPr>
        </p:nvSpPr>
        <p:spPr>
          <a:xfrm>
            <a:off x="4138225" y="1957188"/>
            <a:ext cx="1152300" cy="1203600"/>
          </a:xfrm>
          <a:prstGeom prst="rect">
            <a:avLst/>
          </a:prstGeom>
          <a:noFill/>
          <a:ln>
            <a:noFill/>
          </a:ln>
        </p:spPr>
      </p:sp>
      <p:sp>
        <p:nvSpPr>
          <p:cNvPr id="66" name="Google Shape;66;p7"/>
          <p:cNvSpPr/>
          <p:nvPr>
            <p:ph idx="4" type="pic"/>
          </p:nvPr>
        </p:nvSpPr>
        <p:spPr>
          <a:xfrm>
            <a:off x="4138213" y="3403813"/>
            <a:ext cx="1152300" cy="1203600"/>
          </a:xfrm>
          <a:prstGeom prst="rect">
            <a:avLst/>
          </a:prstGeom>
          <a:noFill/>
          <a:ln>
            <a:noFill/>
          </a:ln>
        </p:spPr>
      </p:sp>
      <p:sp>
        <p:nvSpPr>
          <p:cNvPr id="67" name="Google Shape;67;p7"/>
          <p:cNvSpPr/>
          <p:nvPr>
            <p:ph idx="5" type="pic"/>
          </p:nvPr>
        </p:nvSpPr>
        <p:spPr>
          <a:xfrm>
            <a:off x="6573252" y="517875"/>
            <a:ext cx="1152300" cy="1203600"/>
          </a:xfrm>
          <a:prstGeom prst="rect">
            <a:avLst/>
          </a:prstGeom>
          <a:noFill/>
          <a:ln>
            <a:noFill/>
          </a:ln>
        </p:spPr>
      </p:sp>
      <p:sp>
        <p:nvSpPr>
          <p:cNvPr id="68" name="Google Shape;68;p7"/>
          <p:cNvSpPr/>
          <p:nvPr>
            <p:ph idx="6" type="pic"/>
          </p:nvPr>
        </p:nvSpPr>
        <p:spPr>
          <a:xfrm>
            <a:off x="6573252" y="1957188"/>
            <a:ext cx="1152300" cy="1203600"/>
          </a:xfrm>
          <a:prstGeom prst="rect">
            <a:avLst/>
          </a:prstGeom>
          <a:noFill/>
          <a:ln>
            <a:noFill/>
          </a:ln>
        </p:spPr>
      </p:sp>
      <p:sp>
        <p:nvSpPr>
          <p:cNvPr id="69" name="Google Shape;69;p7"/>
          <p:cNvSpPr/>
          <p:nvPr>
            <p:ph idx="7" type="pic"/>
          </p:nvPr>
        </p:nvSpPr>
        <p:spPr>
          <a:xfrm>
            <a:off x="6573252" y="3403813"/>
            <a:ext cx="1152300" cy="1203600"/>
          </a:xfrm>
          <a:prstGeom prst="rect">
            <a:avLst/>
          </a:prstGeom>
          <a:noFill/>
          <a:ln>
            <a:noFill/>
          </a:ln>
        </p:spPr>
      </p:sp>
      <p:sp>
        <p:nvSpPr>
          <p:cNvPr id="70" name="Google Shape;70;p7"/>
          <p:cNvSpPr txBox="1"/>
          <p:nvPr>
            <p:ph idx="1" type="subTitle"/>
          </p:nvPr>
        </p:nvSpPr>
        <p:spPr>
          <a:xfrm>
            <a:off x="5406561" y="3413650"/>
            <a:ext cx="1019100" cy="431100"/>
          </a:xfrm>
          <a:prstGeom prst="rect">
            <a:avLst/>
          </a:prstGeom>
        </p:spPr>
        <p:txBody>
          <a:bodyPr anchorCtr="0" anchor="t" bIns="0" lIns="0" spcFirstLastPara="1" rIns="0" wrap="square" tIns="0">
            <a:noAutofit/>
          </a:bodyPr>
          <a:lstStyle>
            <a:lvl1pPr lvl="0">
              <a:spcBef>
                <a:spcPts val="0"/>
              </a:spcBef>
              <a:spcAft>
                <a:spcPts val="0"/>
              </a:spcAft>
              <a:buNone/>
              <a:defRPr>
                <a:latin typeface="Playfair Display"/>
                <a:ea typeface="Playfair Display"/>
                <a:cs typeface="Playfair Display"/>
                <a:sym typeface="Playfair Display"/>
              </a:defRPr>
            </a:lvl1pPr>
            <a:lvl2pPr lvl="1">
              <a:spcBef>
                <a:spcPts val="0"/>
              </a:spcBef>
              <a:spcAft>
                <a:spcPts val="0"/>
              </a:spcAft>
              <a:buNone/>
              <a:defRPr>
                <a:latin typeface="Playfair Display"/>
                <a:ea typeface="Playfair Display"/>
                <a:cs typeface="Playfair Display"/>
                <a:sym typeface="Playfair Display"/>
              </a:defRPr>
            </a:lvl2pPr>
            <a:lvl3pPr lvl="2">
              <a:spcBef>
                <a:spcPts val="0"/>
              </a:spcBef>
              <a:spcAft>
                <a:spcPts val="0"/>
              </a:spcAft>
              <a:buNone/>
              <a:defRPr>
                <a:latin typeface="Playfair Display"/>
                <a:ea typeface="Playfair Display"/>
                <a:cs typeface="Playfair Display"/>
                <a:sym typeface="Playfair Display"/>
              </a:defRPr>
            </a:lvl3pPr>
            <a:lvl4pPr lvl="3">
              <a:spcBef>
                <a:spcPts val="0"/>
              </a:spcBef>
              <a:spcAft>
                <a:spcPts val="0"/>
              </a:spcAft>
              <a:buNone/>
              <a:defRPr>
                <a:latin typeface="Playfair Display"/>
                <a:ea typeface="Playfair Display"/>
                <a:cs typeface="Playfair Display"/>
                <a:sym typeface="Playfair Display"/>
              </a:defRPr>
            </a:lvl4pPr>
            <a:lvl5pPr lvl="4">
              <a:spcBef>
                <a:spcPts val="0"/>
              </a:spcBef>
              <a:spcAft>
                <a:spcPts val="0"/>
              </a:spcAft>
              <a:buNone/>
              <a:defRPr>
                <a:latin typeface="Playfair Display"/>
                <a:ea typeface="Playfair Display"/>
                <a:cs typeface="Playfair Display"/>
                <a:sym typeface="Playfair Display"/>
              </a:defRPr>
            </a:lvl5pPr>
            <a:lvl6pPr lvl="5">
              <a:spcBef>
                <a:spcPts val="0"/>
              </a:spcBef>
              <a:spcAft>
                <a:spcPts val="0"/>
              </a:spcAft>
              <a:buNone/>
              <a:defRPr>
                <a:latin typeface="Playfair Display"/>
                <a:ea typeface="Playfair Display"/>
                <a:cs typeface="Playfair Display"/>
                <a:sym typeface="Playfair Display"/>
              </a:defRPr>
            </a:lvl6pPr>
            <a:lvl7pPr lvl="6">
              <a:spcBef>
                <a:spcPts val="0"/>
              </a:spcBef>
              <a:spcAft>
                <a:spcPts val="0"/>
              </a:spcAft>
              <a:buNone/>
              <a:defRPr>
                <a:latin typeface="Playfair Display"/>
                <a:ea typeface="Playfair Display"/>
                <a:cs typeface="Playfair Display"/>
                <a:sym typeface="Playfair Display"/>
              </a:defRPr>
            </a:lvl7pPr>
            <a:lvl8pPr lvl="7">
              <a:spcBef>
                <a:spcPts val="0"/>
              </a:spcBef>
              <a:spcAft>
                <a:spcPts val="0"/>
              </a:spcAft>
              <a:buNone/>
              <a:defRPr>
                <a:latin typeface="Playfair Display"/>
                <a:ea typeface="Playfair Display"/>
                <a:cs typeface="Playfair Display"/>
                <a:sym typeface="Playfair Display"/>
              </a:defRPr>
            </a:lvl8pPr>
            <a:lvl9pPr lvl="8">
              <a:spcBef>
                <a:spcPts val="0"/>
              </a:spcBef>
              <a:spcAft>
                <a:spcPts val="0"/>
              </a:spcAft>
              <a:buNone/>
              <a:defRPr>
                <a:latin typeface="Playfair Display"/>
                <a:ea typeface="Playfair Display"/>
                <a:cs typeface="Playfair Display"/>
                <a:sym typeface="Playfair Display"/>
              </a:defRPr>
            </a:lvl9pPr>
          </a:lstStyle>
          <a:p/>
        </p:txBody>
      </p:sp>
      <p:sp>
        <p:nvSpPr>
          <p:cNvPr id="71" name="Google Shape;71;p7"/>
          <p:cNvSpPr txBox="1"/>
          <p:nvPr>
            <p:ph idx="8" type="subTitle"/>
          </p:nvPr>
        </p:nvSpPr>
        <p:spPr>
          <a:xfrm>
            <a:off x="5406561" y="1951475"/>
            <a:ext cx="1019100" cy="431100"/>
          </a:xfrm>
          <a:prstGeom prst="rect">
            <a:avLst/>
          </a:prstGeom>
        </p:spPr>
        <p:txBody>
          <a:bodyPr anchorCtr="0" anchor="t" bIns="0" lIns="0" spcFirstLastPara="1" rIns="0" wrap="square" tIns="0">
            <a:noAutofit/>
          </a:bodyPr>
          <a:lstStyle>
            <a:lvl1pPr lvl="0">
              <a:spcBef>
                <a:spcPts val="0"/>
              </a:spcBef>
              <a:spcAft>
                <a:spcPts val="0"/>
              </a:spcAft>
              <a:buNone/>
              <a:defRPr>
                <a:latin typeface="Playfair Display"/>
                <a:ea typeface="Playfair Display"/>
                <a:cs typeface="Playfair Display"/>
                <a:sym typeface="Playfair Display"/>
              </a:defRPr>
            </a:lvl1pPr>
            <a:lvl2pPr lvl="1">
              <a:spcBef>
                <a:spcPts val="0"/>
              </a:spcBef>
              <a:spcAft>
                <a:spcPts val="0"/>
              </a:spcAft>
              <a:buNone/>
              <a:defRPr>
                <a:latin typeface="Playfair Display"/>
                <a:ea typeface="Playfair Display"/>
                <a:cs typeface="Playfair Display"/>
                <a:sym typeface="Playfair Display"/>
              </a:defRPr>
            </a:lvl2pPr>
            <a:lvl3pPr lvl="2">
              <a:spcBef>
                <a:spcPts val="0"/>
              </a:spcBef>
              <a:spcAft>
                <a:spcPts val="0"/>
              </a:spcAft>
              <a:buNone/>
              <a:defRPr>
                <a:latin typeface="Playfair Display"/>
                <a:ea typeface="Playfair Display"/>
                <a:cs typeface="Playfair Display"/>
                <a:sym typeface="Playfair Display"/>
              </a:defRPr>
            </a:lvl3pPr>
            <a:lvl4pPr lvl="3">
              <a:spcBef>
                <a:spcPts val="0"/>
              </a:spcBef>
              <a:spcAft>
                <a:spcPts val="0"/>
              </a:spcAft>
              <a:buNone/>
              <a:defRPr>
                <a:latin typeface="Playfair Display"/>
                <a:ea typeface="Playfair Display"/>
                <a:cs typeface="Playfair Display"/>
                <a:sym typeface="Playfair Display"/>
              </a:defRPr>
            </a:lvl4pPr>
            <a:lvl5pPr lvl="4">
              <a:spcBef>
                <a:spcPts val="0"/>
              </a:spcBef>
              <a:spcAft>
                <a:spcPts val="0"/>
              </a:spcAft>
              <a:buNone/>
              <a:defRPr>
                <a:latin typeface="Playfair Display"/>
                <a:ea typeface="Playfair Display"/>
                <a:cs typeface="Playfair Display"/>
                <a:sym typeface="Playfair Display"/>
              </a:defRPr>
            </a:lvl5pPr>
            <a:lvl6pPr lvl="5">
              <a:spcBef>
                <a:spcPts val="0"/>
              </a:spcBef>
              <a:spcAft>
                <a:spcPts val="0"/>
              </a:spcAft>
              <a:buNone/>
              <a:defRPr>
                <a:latin typeface="Playfair Display"/>
                <a:ea typeface="Playfair Display"/>
                <a:cs typeface="Playfair Display"/>
                <a:sym typeface="Playfair Display"/>
              </a:defRPr>
            </a:lvl6pPr>
            <a:lvl7pPr lvl="6">
              <a:spcBef>
                <a:spcPts val="0"/>
              </a:spcBef>
              <a:spcAft>
                <a:spcPts val="0"/>
              </a:spcAft>
              <a:buNone/>
              <a:defRPr>
                <a:latin typeface="Playfair Display"/>
                <a:ea typeface="Playfair Display"/>
                <a:cs typeface="Playfair Display"/>
                <a:sym typeface="Playfair Display"/>
              </a:defRPr>
            </a:lvl7pPr>
            <a:lvl8pPr lvl="7">
              <a:spcBef>
                <a:spcPts val="0"/>
              </a:spcBef>
              <a:spcAft>
                <a:spcPts val="0"/>
              </a:spcAft>
              <a:buNone/>
              <a:defRPr>
                <a:latin typeface="Playfair Display"/>
                <a:ea typeface="Playfair Display"/>
                <a:cs typeface="Playfair Display"/>
                <a:sym typeface="Playfair Display"/>
              </a:defRPr>
            </a:lvl8pPr>
            <a:lvl9pPr lvl="8">
              <a:spcBef>
                <a:spcPts val="0"/>
              </a:spcBef>
              <a:spcAft>
                <a:spcPts val="0"/>
              </a:spcAft>
              <a:buNone/>
              <a:defRPr>
                <a:latin typeface="Playfair Display"/>
                <a:ea typeface="Playfair Display"/>
                <a:cs typeface="Playfair Display"/>
                <a:sym typeface="Playfair Display"/>
              </a:defRPr>
            </a:lvl9pPr>
          </a:lstStyle>
          <a:p/>
        </p:txBody>
      </p:sp>
      <p:sp>
        <p:nvSpPr>
          <p:cNvPr id="72" name="Google Shape;72;p7"/>
          <p:cNvSpPr txBox="1"/>
          <p:nvPr>
            <p:ph idx="9" type="subTitle"/>
          </p:nvPr>
        </p:nvSpPr>
        <p:spPr>
          <a:xfrm>
            <a:off x="5406561" y="518225"/>
            <a:ext cx="1019100" cy="431100"/>
          </a:xfrm>
          <a:prstGeom prst="rect">
            <a:avLst/>
          </a:prstGeom>
        </p:spPr>
        <p:txBody>
          <a:bodyPr anchorCtr="0" anchor="t" bIns="0" lIns="0" spcFirstLastPara="1" rIns="0" wrap="square" tIns="0">
            <a:noAutofit/>
          </a:bodyPr>
          <a:lstStyle>
            <a:lvl1pPr lvl="0">
              <a:spcBef>
                <a:spcPts val="0"/>
              </a:spcBef>
              <a:spcAft>
                <a:spcPts val="0"/>
              </a:spcAft>
              <a:buNone/>
              <a:defRPr>
                <a:latin typeface="Playfair Display"/>
                <a:ea typeface="Playfair Display"/>
                <a:cs typeface="Playfair Display"/>
                <a:sym typeface="Playfair Display"/>
              </a:defRPr>
            </a:lvl1pPr>
            <a:lvl2pPr lvl="1">
              <a:spcBef>
                <a:spcPts val="0"/>
              </a:spcBef>
              <a:spcAft>
                <a:spcPts val="0"/>
              </a:spcAft>
              <a:buNone/>
              <a:defRPr>
                <a:latin typeface="Playfair Display"/>
                <a:ea typeface="Playfair Display"/>
                <a:cs typeface="Playfair Display"/>
                <a:sym typeface="Playfair Display"/>
              </a:defRPr>
            </a:lvl2pPr>
            <a:lvl3pPr lvl="2">
              <a:spcBef>
                <a:spcPts val="0"/>
              </a:spcBef>
              <a:spcAft>
                <a:spcPts val="0"/>
              </a:spcAft>
              <a:buNone/>
              <a:defRPr>
                <a:latin typeface="Playfair Display"/>
                <a:ea typeface="Playfair Display"/>
                <a:cs typeface="Playfair Display"/>
                <a:sym typeface="Playfair Display"/>
              </a:defRPr>
            </a:lvl3pPr>
            <a:lvl4pPr lvl="3">
              <a:spcBef>
                <a:spcPts val="0"/>
              </a:spcBef>
              <a:spcAft>
                <a:spcPts val="0"/>
              </a:spcAft>
              <a:buNone/>
              <a:defRPr>
                <a:latin typeface="Playfair Display"/>
                <a:ea typeface="Playfair Display"/>
                <a:cs typeface="Playfair Display"/>
                <a:sym typeface="Playfair Display"/>
              </a:defRPr>
            </a:lvl4pPr>
            <a:lvl5pPr lvl="4">
              <a:spcBef>
                <a:spcPts val="0"/>
              </a:spcBef>
              <a:spcAft>
                <a:spcPts val="0"/>
              </a:spcAft>
              <a:buNone/>
              <a:defRPr>
                <a:latin typeface="Playfair Display"/>
                <a:ea typeface="Playfair Display"/>
                <a:cs typeface="Playfair Display"/>
                <a:sym typeface="Playfair Display"/>
              </a:defRPr>
            </a:lvl5pPr>
            <a:lvl6pPr lvl="5">
              <a:spcBef>
                <a:spcPts val="0"/>
              </a:spcBef>
              <a:spcAft>
                <a:spcPts val="0"/>
              </a:spcAft>
              <a:buNone/>
              <a:defRPr>
                <a:latin typeface="Playfair Display"/>
                <a:ea typeface="Playfair Display"/>
                <a:cs typeface="Playfair Display"/>
                <a:sym typeface="Playfair Display"/>
              </a:defRPr>
            </a:lvl6pPr>
            <a:lvl7pPr lvl="6">
              <a:spcBef>
                <a:spcPts val="0"/>
              </a:spcBef>
              <a:spcAft>
                <a:spcPts val="0"/>
              </a:spcAft>
              <a:buNone/>
              <a:defRPr>
                <a:latin typeface="Playfair Display"/>
                <a:ea typeface="Playfair Display"/>
                <a:cs typeface="Playfair Display"/>
                <a:sym typeface="Playfair Display"/>
              </a:defRPr>
            </a:lvl7pPr>
            <a:lvl8pPr lvl="7">
              <a:spcBef>
                <a:spcPts val="0"/>
              </a:spcBef>
              <a:spcAft>
                <a:spcPts val="0"/>
              </a:spcAft>
              <a:buNone/>
              <a:defRPr>
                <a:latin typeface="Playfair Display"/>
                <a:ea typeface="Playfair Display"/>
                <a:cs typeface="Playfair Display"/>
                <a:sym typeface="Playfair Display"/>
              </a:defRPr>
            </a:lvl8pPr>
            <a:lvl9pPr lvl="8">
              <a:spcBef>
                <a:spcPts val="0"/>
              </a:spcBef>
              <a:spcAft>
                <a:spcPts val="0"/>
              </a:spcAft>
              <a:buNone/>
              <a:defRPr>
                <a:latin typeface="Playfair Display"/>
                <a:ea typeface="Playfair Display"/>
                <a:cs typeface="Playfair Display"/>
                <a:sym typeface="Playfair Display"/>
              </a:defRPr>
            </a:lvl9pPr>
          </a:lstStyle>
          <a:p/>
        </p:txBody>
      </p:sp>
      <p:sp>
        <p:nvSpPr>
          <p:cNvPr id="73" name="Google Shape;73;p7"/>
          <p:cNvSpPr txBox="1"/>
          <p:nvPr>
            <p:ph idx="13" type="subTitle"/>
          </p:nvPr>
        </p:nvSpPr>
        <p:spPr>
          <a:xfrm>
            <a:off x="7840736" y="3413650"/>
            <a:ext cx="1019100" cy="431100"/>
          </a:xfrm>
          <a:prstGeom prst="rect">
            <a:avLst/>
          </a:prstGeom>
        </p:spPr>
        <p:txBody>
          <a:bodyPr anchorCtr="0" anchor="t" bIns="0" lIns="0" spcFirstLastPara="1" rIns="0" wrap="square" tIns="0">
            <a:noAutofit/>
          </a:bodyPr>
          <a:lstStyle>
            <a:lvl1pPr lvl="0">
              <a:spcBef>
                <a:spcPts val="0"/>
              </a:spcBef>
              <a:spcAft>
                <a:spcPts val="0"/>
              </a:spcAft>
              <a:buNone/>
              <a:defRPr>
                <a:latin typeface="Playfair Display"/>
                <a:ea typeface="Playfair Display"/>
                <a:cs typeface="Playfair Display"/>
                <a:sym typeface="Playfair Display"/>
              </a:defRPr>
            </a:lvl1pPr>
            <a:lvl2pPr lvl="1">
              <a:spcBef>
                <a:spcPts val="0"/>
              </a:spcBef>
              <a:spcAft>
                <a:spcPts val="0"/>
              </a:spcAft>
              <a:buNone/>
              <a:defRPr>
                <a:latin typeface="Playfair Display"/>
                <a:ea typeface="Playfair Display"/>
                <a:cs typeface="Playfair Display"/>
                <a:sym typeface="Playfair Display"/>
              </a:defRPr>
            </a:lvl2pPr>
            <a:lvl3pPr lvl="2">
              <a:spcBef>
                <a:spcPts val="0"/>
              </a:spcBef>
              <a:spcAft>
                <a:spcPts val="0"/>
              </a:spcAft>
              <a:buNone/>
              <a:defRPr>
                <a:latin typeface="Playfair Display"/>
                <a:ea typeface="Playfair Display"/>
                <a:cs typeface="Playfair Display"/>
                <a:sym typeface="Playfair Display"/>
              </a:defRPr>
            </a:lvl3pPr>
            <a:lvl4pPr lvl="3">
              <a:spcBef>
                <a:spcPts val="0"/>
              </a:spcBef>
              <a:spcAft>
                <a:spcPts val="0"/>
              </a:spcAft>
              <a:buNone/>
              <a:defRPr>
                <a:latin typeface="Playfair Display"/>
                <a:ea typeface="Playfair Display"/>
                <a:cs typeface="Playfair Display"/>
                <a:sym typeface="Playfair Display"/>
              </a:defRPr>
            </a:lvl4pPr>
            <a:lvl5pPr lvl="4">
              <a:spcBef>
                <a:spcPts val="0"/>
              </a:spcBef>
              <a:spcAft>
                <a:spcPts val="0"/>
              </a:spcAft>
              <a:buNone/>
              <a:defRPr>
                <a:latin typeface="Playfair Display"/>
                <a:ea typeface="Playfair Display"/>
                <a:cs typeface="Playfair Display"/>
                <a:sym typeface="Playfair Display"/>
              </a:defRPr>
            </a:lvl5pPr>
            <a:lvl6pPr lvl="5">
              <a:spcBef>
                <a:spcPts val="0"/>
              </a:spcBef>
              <a:spcAft>
                <a:spcPts val="0"/>
              </a:spcAft>
              <a:buNone/>
              <a:defRPr>
                <a:latin typeface="Playfair Display"/>
                <a:ea typeface="Playfair Display"/>
                <a:cs typeface="Playfair Display"/>
                <a:sym typeface="Playfair Display"/>
              </a:defRPr>
            </a:lvl6pPr>
            <a:lvl7pPr lvl="6">
              <a:spcBef>
                <a:spcPts val="0"/>
              </a:spcBef>
              <a:spcAft>
                <a:spcPts val="0"/>
              </a:spcAft>
              <a:buNone/>
              <a:defRPr>
                <a:latin typeface="Playfair Display"/>
                <a:ea typeface="Playfair Display"/>
                <a:cs typeface="Playfair Display"/>
                <a:sym typeface="Playfair Display"/>
              </a:defRPr>
            </a:lvl7pPr>
            <a:lvl8pPr lvl="7">
              <a:spcBef>
                <a:spcPts val="0"/>
              </a:spcBef>
              <a:spcAft>
                <a:spcPts val="0"/>
              </a:spcAft>
              <a:buNone/>
              <a:defRPr>
                <a:latin typeface="Playfair Display"/>
                <a:ea typeface="Playfair Display"/>
                <a:cs typeface="Playfair Display"/>
                <a:sym typeface="Playfair Display"/>
              </a:defRPr>
            </a:lvl8pPr>
            <a:lvl9pPr lvl="8">
              <a:spcBef>
                <a:spcPts val="0"/>
              </a:spcBef>
              <a:spcAft>
                <a:spcPts val="0"/>
              </a:spcAft>
              <a:buNone/>
              <a:defRPr>
                <a:latin typeface="Playfair Display"/>
                <a:ea typeface="Playfair Display"/>
                <a:cs typeface="Playfair Display"/>
                <a:sym typeface="Playfair Display"/>
              </a:defRPr>
            </a:lvl9pPr>
          </a:lstStyle>
          <a:p/>
        </p:txBody>
      </p:sp>
      <p:sp>
        <p:nvSpPr>
          <p:cNvPr id="74" name="Google Shape;74;p7"/>
          <p:cNvSpPr txBox="1"/>
          <p:nvPr>
            <p:ph idx="14" type="subTitle"/>
          </p:nvPr>
        </p:nvSpPr>
        <p:spPr>
          <a:xfrm>
            <a:off x="7840736" y="1951475"/>
            <a:ext cx="1019100" cy="431100"/>
          </a:xfrm>
          <a:prstGeom prst="rect">
            <a:avLst/>
          </a:prstGeom>
        </p:spPr>
        <p:txBody>
          <a:bodyPr anchorCtr="0" anchor="t" bIns="0" lIns="0" spcFirstLastPara="1" rIns="0" wrap="square" tIns="0">
            <a:noAutofit/>
          </a:bodyPr>
          <a:lstStyle>
            <a:lvl1pPr lvl="0">
              <a:spcBef>
                <a:spcPts val="0"/>
              </a:spcBef>
              <a:spcAft>
                <a:spcPts val="0"/>
              </a:spcAft>
              <a:buNone/>
              <a:defRPr>
                <a:latin typeface="Playfair Display"/>
                <a:ea typeface="Playfair Display"/>
                <a:cs typeface="Playfair Display"/>
                <a:sym typeface="Playfair Display"/>
              </a:defRPr>
            </a:lvl1pPr>
            <a:lvl2pPr lvl="1">
              <a:spcBef>
                <a:spcPts val="0"/>
              </a:spcBef>
              <a:spcAft>
                <a:spcPts val="0"/>
              </a:spcAft>
              <a:buNone/>
              <a:defRPr>
                <a:latin typeface="Playfair Display"/>
                <a:ea typeface="Playfair Display"/>
                <a:cs typeface="Playfair Display"/>
                <a:sym typeface="Playfair Display"/>
              </a:defRPr>
            </a:lvl2pPr>
            <a:lvl3pPr lvl="2">
              <a:spcBef>
                <a:spcPts val="0"/>
              </a:spcBef>
              <a:spcAft>
                <a:spcPts val="0"/>
              </a:spcAft>
              <a:buNone/>
              <a:defRPr>
                <a:latin typeface="Playfair Display"/>
                <a:ea typeface="Playfair Display"/>
                <a:cs typeface="Playfair Display"/>
                <a:sym typeface="Playfair Display"/>
              </a:defRPr>
            </a:lvl3pPr>
            <a:lvl4pPr lvl="3">
              <a:spcBef>
                <a:spcPts val="0"/>
              </a:spcBef>
              <a:spcAft>
                <a:spcPts val="0"/>
              </a:spcAft>
              <a:buNone/>
              <a:defRPr>
                <a:latin typeface="Playfair Display"/>
                <a:ea typeface="Playfair Display"/>
                <a:cs typeface="Playfair Display"/>
                <a:sym typeface="Playfair Display"/>
              </a:defRPr>
            </a:lvl4pPr>
            <a:lvl5pPr lvl="4">
              <a:spcBef>
                <a:spcPts val="0"/>
              </a:spcBef>
              <a:spcAft>
                <a:spcPts val="0"/>
              </a:spcAft>
              <a:buNone/>
              <a:defRPr>
                <a:latin typeface="Playfair Display"/>
                <a:ea typeface="Playfair Display"/>
                <a:cs typeface="Playfair Display"/>
                <a:sym typeface="Playfair Display"/>
              </a:defRPr>
            </a:lvl5pPr>
            <a:lvl6pPr lvl="5">
              <a:spcBef>
                <a:spcPts val="0"/>
              </a:spcBef>
              <a:spcAft>
                <a:spcPts val="0"/>
              </a:spcAft>
              <a:buNone/>
              <a:defRPr>
                <a:latin typeface="Playfair Display"/>
                <a:ea typeface="Playfair Display"/>
                <a:cs typeface="Playfair Display"/>
                <a:sym typeface="Playfair Display"/>
              </a:defRPr>
            </a:lvl6pPr>
            <a:lvl7pPr lvl="6">
              <a:spcBef>
                <a:spcPts val="0"/>
              </a:spcBef>
              <a:spcAft>
                <a:spcPts val="0"/>
              </a:spcAft>
              <a:buNone/>
              <a:defRPr>
                <a:latin typeface="Playfair Display"/>
                <a:ea typeface="Playfair Display"/>
                <a:cs typeface="Playfair Display"/>
                <a:sym typeface="Playfair Display"/>
              </a:defRPr>
            </a:lvl7pPr>
            <a:lvl8pPr lvl="7">
              <a:spcBef>
                <a:spcPts val="0"/>
              </a:spcBef>
              <a:spcAft>
                <a:spcPts val="0"/>
              </a:spcAft>
              <a:buNone/>
              <a:defRPr>
                <a:latin typeface="Playfair Display"/>
                <a:ea typeface="Playfair Display"/>
                <a:cs typeface="Playfair Display"/>
                <a:sym typeface="Playfair Display"/>
              </a:defRPr>
            </a:lvl8pPr>
            <a:lvl9pPr lvl="8">
              <a:spcBef>
                <a:spcPts val="0"/>
              </a:spcBef>
              <a:spcAft>
                <a:spcPts val="0"/>
              </a:spcAft>
              <a:buNone/>
              <a:defRPr>
                <a:latin typeface="Playfair Display"/>
                <a:ea typeface="Playfair Display"/>
                <a:cs typeface="Playfair Display"/>
                <a:sym typeface="Playfair Display"/>
              </a:defRPr>
            </a:lvl9pPr>
          </a:lstStyle>
          <a:p/>
        </p:txBody>
      </p:sp>
      <p:sp>
        <p:nvSpPr>
          <p:cNvPr id="75" name="Google Shape;75;p7"/>
          <p:cNvSpPr txBox="1"/>
          <p:nvPr>
            <p:ph idx="15" type="subTitle"/>
          </p:nvPr>
        </p:nvSpPr>
        <p:spPr>
          <a:xfrm>
            <a:off x="7840736" y="518225"/>
            <a:ext cx="1019100" cy="431100"/>
          </a:xfrm>
          <a:prstGeom prst="rect">
            <a:avLst/>
          </a:prstGeom>
        </p:spPr>
        <p:txBody>
          <a:bodyPr anchorCtr="0" anchor="t" bIns="0" lIns="0" spcFirstLastPara="1" rIns="0" wrap="square" tIns="0">
            <a:noAutofit/>
          </a:bodyPr>
          <a:lstStyle>
            <a:lvl1pPr lvl="0">
              <a:spcBef>
                <a:spcPts val="0"/>
              </a:spcBef>
              <a:spcAft>
                <a:spcPts val="0"/>
              </a:spcAft>
              <a:buNone/>
              <a:defRPr>
                <a:latin typeface="Playfair Display"/>
                <a:ea typeface="Playfair Display"/>
                <a:cs typeface="Playfair Display"/>
                <a:sym typeface="Playfair Display"/>
              </a:defRPr>
            </a:lvl1pPr>
            <a:lvl2pPr lvl="1">
              <a:spcBef>
                <a:spcPts val="0"/>
              </a:spcBef>
              <a:spcAft>
                <a:spcPts val="0"/>
              </a:spcAft>
              <a:buNone/>
              <a:defRPr>
                <a:latin typeface="Playfair Display"/>
                <a:ea typeface="Playfair Display"/>
                <a:cs typeface="Playfair Display"/>
                <a:sym typeface="Playfair Display"/>
              </a:defRPr>
            </a:lvl2pPr>
            <a:lvl3pPr lvl="2">
              <a:spcBef>
                <a:spcPts val="0"/>
              </a:spcBef>
              <a:spcAft>
                <a:spcPts val="0"/>
              </a:spcAft>
              <a:buNone/>
              <a:defRPr>
                <a:latin typeface="Playfair Display"/>
                <a:ea typeface="Playfair Display"/>
                <a:cs typeface="Playfair Display"/>
                <a:sym typeface="Playfair Display"/>
              </a:defRPr>
            </a:lvl3pPr>
            <a:lvl4pPr lvl="3">
              <a:spcBef>
                <a:spcPts val="0"/>
              </a:spcBef>
              <a:spcAft>
                <a:spcPts val="0"/>
              </a:spcAft>
              <a:buNone/>
              <a:defRPr>
                <a:latin typeface="Playfair Display"/>
                <a:ea typeface="Playfair Display"/>
                <a:cs typeface="Playfair Display"/>
                <a:sym typeface="Playfair Display"/>
              </a:defRPr>
            </a:lvl4pPr>
            <a:lvl5pPr lvl="4">
              <a:spcBef>
                <a:spcPts val="0"/>
              </a:spcBef>
              <a:spcAft>
                <a:spcPts val="0"/>
              </a:spcAft>
              <a:buNone/>
              <a:defRPr>
                <a:latin typeface="Playfair Display"/>
                <a:ea typeface="Playfair Display"/>
                <a:cs typeface="Playfair Display"/>
                <a:sym typeface="Playfair Display"/>
              </a:defRPr>
            </a:lvl5pPr>
            <a:lvl6pPr lvl="5">
              <a:spcBef>
                <a:spcPts val="0"/>
              </a:spcBef>
              <a:spcAft>
                <a:spcPts val="0"/>
              </a:spcAft>
              <a:buNone/>
              <a:defRPr>
                <a:latin typeface="Playfair Display"/>
                <a:ea typeface="Playfair Display"/>
                <a:cs typeface="Playfair Display"/>
                <a:sym typeface="Playfair Display"/>
              </a:defRPr>
            </a:lvl6pPr>
            <a:lvl7pPr lvl="6">
              <a:spcBef>
                <a:spcPts val="0"/>
              </a:spcBef>
              <a:spcAft>
                <a:spcPts val="0"/>
              </a:spcAft>
              <a:buNone/>
              <a:defRPr>
                <a:latin typeface="Playfair Display"/>
                <a:ea typeface="Playfair Display"/>
                <a:cs typeface="Playfair Display"/>
                <a:sym typeface="Playfair Display"/>
              </a:defRPr>
            </a:lvl7pPr>
            <a:lvl8pPr lvl="7">
              <a:spcBef>
                <a:spcPts val="0"/>
              </a:spcBef>
              <a:spcAft>
                <a:spcPts val="0"/>
              </a:spcAft>
              <a:buNone/>
              <a:defRPr>
                <a:latin typeface="Playfair Display"/>
                <a:ea typeface="Playfair Display"/>
                <a:cs typeface="Playfair Display"/>
                <a:sym typeface="Playfair Display"/>
              </a:defRPr>
            </a:lvl8pPr>
            <a:lvl9pPr lvl="8">
              <a:spcBef>
                <a:spcPts val="0"/>
              </a:spcBef>
              <a:spcAft>
                <a:spcPts val="0"/>
              </a:spcAft>
              <a:buNone/>
              <a:defRPr>
                <a:latin typeface="Playfair Display"/>
                <a:ea typeface="Playfair Display"/>
                <a:cs typeface="Playfair Display"/>
                <a:sym typeface="Playfair Display"/>
              </a:defRPr>
            </a:lvl9pPr>
          </a:lstStyle>
          <a:p/>
        </p:txBody>
      </p:sp>
      <p:sp>
        <p:nvSpPr>
          <p:cNvPr id="76" name="Google Shape;76;p7"/>
          <p:cNvSpPr txBox="1"/>
          <p:nvPr>
            <p:ph idx="16" type="subTitle"/>
          </p:nvPr>
        </p:nvSpPr>
        <p:spPr>
          <a:xfrm>
            <a:off x="5406550" y="1480150"/>
            <a:ext cx="1019100" cy="241800"/>
          </a:xfrm>
          <a:prstGeom prst="rect">
            <a:avLst/>
          </a:prstGeom>
        </p:spPr>
        <p:txBody>
          <a:bodyPr anchorCtr="0" anchor="b"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77" name="Google Shape;77;p7"/>
          <p:cNvSpPr txBox="1"/>
          <p:nvPr>
            <p:ph idx="17" type="subTitle"/>
          </p:nvPr>
        </p:nvSpPr>
        <p:spPr>
          <a:xfrm>
            <a:off x="7840725" y="1480150"/>
            <a:ext cx="1019100" cy="241800"/>
          </a:xfrm>
          <a:prstGeom prst="rect">
            <a:avLst/>
          </a:prstGeom>
        </p:spPr>
        <p:txBody>
          <a:bodyPr anchorCtr="0" anchor="b"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78" name="Google Shape;78;p7"/>
          <p:cNvSpPr txBox="1"/>
          <p:nvPr>
            <p:ph idx="18" type="subTitle"/>
          </p:nvPr>
        </p:nvSpPr>
        <p:spPr>
          <a:xfrm>
            <a:off x="5406550" y="2923778"/>
            <a:ext cx="1019100" cy="241800"/>
          </a:xfrm>
          <a:prstGeom prst="rect">
            <a:avLst/>
          </a:prstGeom>
        </p:spPr>
        <p:txBody>
          <a:bodyPr anchorCtr="0" anchor="b"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79" name="Google Shape;79;p7"/>
          <p:cNvSpPr txBox="1"/>
          <p:nvPr>
            <p:ph idx="19" type="subTitle"/>
          </p:nvPr>
        </p:nvSpPr>
        <p:spPr>
          <a:xfrm>
            <a:off x="7840725" y="2923778"/>
            <a:ext cx="1019100" cy="241800"/>
          </a:xfrm>
          <a:prstGeom prst="rect">
            <a:avLst/>
          </a:prstGeom>
        </p:spPr>
        <p:txBody>
          <a:bodyPr anchorCtr="0" anchor="b"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80" name="Google Shape;80;p7"/>
          <p:cNvSpPr txBox="1"/>
          <p:nvPr>
            <p:ph idx="20" type="subTitle"/>
          </p:nvPr>
        </p:nvSpPr>
        <p:spPr>
          <a:xfrm>
            <a:off x="5406550" y="4367403"/>
            <a:ext cx="1019100" cy="241800"/>
          </a:xfrm>
          <a:prstGeom prst="rect">
            <a:avLst/>
          </a:prstGeom>
        </p:spPr>
        <p:txBody>
          <a:bodyPr anchorCtr="0" anchor="b"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81" name="Google Shape;81;p7"/>
          <p:cNvSpPr txBox="1"/>
          <p:nvPr>
            <p:ph idx="21" type="subTitle"/>
          </p:nvPr>
        </p:nvSpPr>
        <p:spPr>
          <a:xfrm>
            <a:off x="7840725" y="4367403"/>
            <a:ext cx="1019100" cy="241800"/>
          </a:xfrm>
          <a:prstGeom prst="rect">
            <a:avLst/>
          </a:prstGeom>
        </p:spPr>
        <p:txBody>
          <a:bodyPr anchorCtr="0" anchor="b"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82" name="Google Shape;82;p7"/>
          <p:cNvSpPr txBox="1"/>
          <p:nvPr>
            <p:ph type="title"/>
          </p:nvPr>
        </p:nvSpPr>
        <p:spPr>
          <a:xfrm>
            <a:off x="276075" y="457200"/>
            <a:ext cx="38001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83" name="Google Shape;83;p7"/>
          <p:cNvSpPr txBox="1"/>
          <p:nvPr>
            <p:ph idx="22"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84" name="Google Shape;84;p7"/>
          <p:cNvSpPr txBox="1"/>
          <p:nvPr>
            <p:ph idx="12" type="sldNum"/>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main point">
  <p:cSld name="BLANK_1_1_1_1_1_1_2">
    <p:spTree>
      <p:nvGrpSpPr>
        <p:cNvPr id="85" name="Shape 85"/>
        <p:cNvGrpSpPr/>
        <p:nvPr/>
      </p:nvGrpSpPr>
      <p:grpSpPr>
        <a:xfrm>
          <a:off x="0" y="0"/>
          <a:ext cx="0" cy="0"/>
          <a:chOff x="0" y="0"/>
          <a:chExt cx="0" cy="0"/>
        </a:xfrm>
      </p:grpSpPr>
      <p:sp>
        <p:nvSpPr>
          <p:cNvPr id="86" name="Google Shape;86;p8"/>
          <p:cNvSpPr txBox="1"/>
          <p:nvPr>
            <p:ph type="title"/>
          </p:nvPr>
        </p:nvSpPr>
        <p:spPr>
          <a:xfrm>
            <a:off x="276075" y="457200"/>
            <a:ext cx="85944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40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87" name="Google Shape;87;p8"/>
          <p:cNvSpPr txBox="1"/>
          <p:nvPr>
            <p:ph idx="1"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88" name="Google Shape;88;p8"/>
          <p:cNvSpPr txBox="1"/>
          <p:nvPr>
            <p:ph idx="12" type="sldNum"/>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89" name="Google Shape;89;p8"/>
          <p:cNvSpPr txBox="1"/>
          <p:nvPr>
            <p:ph idx="2" type="body"/>
          </p:nvPr>
        </p:nvSpPr>
        <p:spPr>
          <a:xfrm>
            <a:off x="276075" y="1763425"/>
            <a:ext cx="4342800" cy="7113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statement with picture">
  <p:cSld name="BLANK_1_1_1_1_1_1_1_2">
    <p:spTree>
      <p:nvGrpSpPr>
        <p:cNvPr id="90" name="Shape 90"/>
        <p:cNvGrpSpPr/>
        <p:nvPr/>
      </p:nvGrpSpPr>
      <p:grpSpPr>
        <a:xfrm>
          <a:off x="0" y="0"/>
          <a:ext cx="0" cy="0"/>
          <a:chOff x="0" y="0"/>
          <a:chExt cx="0" cy="0"/>
        </a:xfrm>
      </p:grpSpPr>
      <p:sp>
        <p:nvSpPr>
          <p:cNvPr id="91" name="Google Shape;91;p9"/>
          <p:cNvSpPr txBox="1"/>
          <p:nvPr>
            <p:ph type="title"/>
          </p:nvPr>
        </p:nvSpPr>
        <p:spPr>
          <a:xfrm>
            <a:off x="1182150" y="1765350"/>
            <a:ext cx="6779700" cy="17652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None/>
              <a:defRPr/>
            </a:lvl1pPr>
            <a:lvl2pPr lvl="1" algn="ctr">
              <a:lnSpc>
                <a:spcPct val="90000"/>
              </a:lnSpc>
              <a:spcBef>
                <a:spcPts val="0"/>
              </a:spcBef>
              <a:spcAft>
                <a:spcPts val="0"/>
              </a:spcAft>
              <a:buNone/>
              <a:defRPr/>
            </a:lvl2pPr>
            <a:lvl3pPr lvl="2" algn="ctr">
              <a:lnSpc>
                <a:spcPct val="90000"/>
              </a:lnSpc>
              <a:spcBef>
                <a:spcPts val="0"/>
              </a:spcBef>
              <a:spcAft>
                <a:spcPts val="0"/>
              </a:spcAft>
              <a:buNone/>
              <a:defRPr/>
            </a:lvl3pPr>
            <a:lvl4pPr lvl="3" algn="ctr">
              <a:lnSpc>
                <a:spcPct val="90000"/>
              </a:lnSpc>
              <a:spcBef>
                <a:spcPts val="0"/>
              </a:spcBef>
              <a:spcAft>
                <a:spcPts val="0"/>
              </a:spcAft>
              <a:buNone/>
              <a:defRPr/>
            </a:lvl4pPr>
            <a:lvl5pPr lvl="4" algn="ctr">
              <a:lnSpc>
                <a:spcPct val="90000"/>
              </a:lnSpc>
              <a:spcBef>
                <a:spcPts val="0"/>
              </a:spcBef>
              <a:spcAft>
                <a:spcPts val="0"/>
              </a:spcAft>
              <a:buNone/>
              <a:defRPr/>
            </a:lvl5pPr>
            <a:lvl6pPr lvl="5" algn="ctr">
              <a:lnSpc>
                <a:spcPct val="90000"/>
              </a:lnSpc>
              <a:spcBef>
                <a:spcPts val="0"/>
              </a:spcBef>
              <a:spcAft>
                <a:spcPts val="0"/>
              </a:spcAft>
              <a:buNone/>
              <a:defRPr/>
            </a:lvl6pPr>
            <a:lvl7pPr lvl="6" algn="ctr">
              <a:lnSpc>
                <a:spcPct val="90000"/>
              </a:lnSpc>
              <a:spcBef>
                <a:spcPts val="0"/>
              </a:spcBef>
              <a:spcAft>
                <a:spcPts val="0"/>
              </a:spcAft>
              <a:buNone/>
              <a:defRPr/>
            </a:lvl7pPr>
            <a:lvl8pPr lvl="7" algn="ctr">
              <a:lnSpc>
                <a:spcPct val="90000"/>
              </a:lnSpc>
              <a:spcBef>
                <a:spcPts val="0"/>
              </a:spcBef>
              <a:spcAft>
                <a:spcPts val="0"/>
              </a:spcAft>
              <a:buNone/>
              <a:defRPr/>
            </a:lvl8pPr>
            <a:lvl9pPr lvl="8" algn="ctr">
              <a:lnSpc>
                <a:spcPct val="90000"/>
              </a:lnSpc>
              <a:spcBef>
                <a:spcPts val="0"/>
              </a:spcBef>
              <a:spcAft>
                <a:spcPts val="0"/>
              </a:spcAft>
              <a:buNone/>
              <a:defRPr/>
            </a:lvl9pPr>
          </a:lstStyle>
          <a:p/>
        </p:txBody>
      </p:sp>
      <p:sp>
        <p:nvSpPr>
          <p:cNvPr id="92" name="Google Shape;92;p9"/>
          <p:cNvSpPr txBox="1"/>
          <p:nvPr>
            <p:ph idx="2" type="title"/>
          </p:nvPr>
        </p:nvSpPr>
        <p:spPr>
          <a:xfrm>
            <a:off x="1182150" y="4058050"/>
            <a:ext cx="6779700" cy="397200"/>
          </a:xfrm>
          <a:prstGeom prst="rect">
            <a:avLst/>
          </a:prstGeom>
          <a:noFill/>
          <a:ln>
            <a:noFill/>
          </a:ln>
        </p:spPr>
        <p:txBody>
          <a:bodyPr anchorCtr="0" anchor="t" bIns="0" lIns="0" spcFirstLastPara="1" rIns="0" wrap="square" tIns="0">
            <a:noAutofit/>
          </a:bodyPr>
          <a:lstStyle>
            <a:lvl1pPr lvl="0" algn="ctr">
              <a:lnSpc>
                <a:spcPct val="115000"/>
              </a:lnSpc>
              <a:spcBef>
                <a:spcPts val="0"/>
              </a:spcBef>
              <a:spcAft>
                <a:spcPts val="0"/>
              </a:spcAft>
              <a:buNone/>
              <a:defRPr sz="1200">
                <a:solidFill>
                  <a:schemeClr val="lt1"/>
                </a:solidFill>
                <a:latin typeface="Lato"/>
                <a:ea typeface="Lato"/>
                <a:cs typeface="Lato"/>
                <a:sym typeface="Lato"/>
              </a:defRPr>
            </a:lvl1pPr>
            <a:lvl2pPr lvl="1" algn="ctr">
              <a:lnSpc>
                <a:spcPct val="115000"/>
              </a:lnSpc>
              <a:spcBef>
                <a:spcPts val="0"/>
              </a:spcBef>
              <a:spcAft>
                <a:spcPts val="0"/>
              </a:spcAft>
              <a:buNone/>
              <a:defRPr sz="1200">
                <a:solidFill>
                  <a:schemeClr val="lt1"/>
                </a:solidFill>
                <a:latin typeface="Lato"/>
                <a:ea typeface="Lato"/>
                <a:cs typeface="Lato"/>
                <a:sym typeface="Lato"/>
              </a:defRPr>
            </a:lvl2pPr>
            <a:lvl3pPr lvl="2" algn="ctr">
              <a:lnSpc>
                <a:spcPct val="115000"/>
              </a:lnSpc>
              <a:spcBef>
                <a:spcPts val="0"/>
              </a:spcBef>
              <a:spcAft>
                <a:spcPts val="0"/>
              </a:spcAft>
              <a:buNone/>
              <a:defRPr sz="1200">
                <a:solidFill>
                  <a:schemeClr val="lt1"/>
                </a:solidFill>
                <a:latin typeface="Lato"/>
                <a:ea typeface="Lato"/>
                <a:cs typeface="Lato"/>
                <a:sym typeface="Lato"/>
              </a:defRPr>
            </a:lvl3pPr>
            <a:lvl4pPr lvl="3" algn="ctr">
              <a:lnSpc>
                <a:spcPct val="115000"/>
              </a:lnSpc>
              <a:spcBef>
                <a:spcPts val="0"/>
              </a:spcBef>
              <a:spcAft>
                <a:spcPts val="0"/>
              </a:spcAft>
              <a:buNone/>
              <a:defRPr sz="1200">
                <a:solidFill>
                  <a:schemeClr val="lt1"/>
                </a:solidFill>
                <a:latin typeface="Lato"/>
                <a:ea typeface="Lato"/>
                <a:cs typeface="Lato"/>
                <a:sym typeface="Lato"/>
              </a:defRPr>
            </a:lvl4pPr>
            <a:lvl5pPr lvl="4" algn="ctr">
              <a:lnSpc>
                <a:spcPct val="115000"/>
              </a:lnSpc>
              <a:spcBef>
                <a:spcPts val="0"/>
              </a:spcBef>
              <a:spcAft>
                <a:spcPts val="0"/>
              </a:spcAft>
              <a:buNone/>
              <a:defRPr sz="1200">
                <a:solidFill>
                  <a:schemeClr val="lt1"/>
                </a:solidFill>
                <a:latin typeface="Lato"/>
                <a:ea typeface="Lato"/>
                <a:cs typeface="Lato"/>
                <a:sym typeface="Lato"/>
              </a:defRPr>
            </a:lvl5pPr>
            <a:lvl6pPr lvl="5" algn="ctr">
              <a:lnSpc>
                <a:spcPct val="115000"/>
              </a:lnSpc>
              <a:spcBef>
                <a:spcPts val="0"/>
              </a:spcBef>
              <a:spcAft>
                <a:spcPts val="0"/>
              </a:spcAft>
              <a:buNone/>
              <a:defRPr sz="1200">
                <a:solidFill>
                  <a:schemeClr val="lt1"/>
                </a:solidFill>
                <a:latin typeface="Lato"/>
                <a:ea typeface="Lato"/>
                <a:cs typeface="Lato"/>
                <a:sym typeface="Lato"/>
              </a:defRPr>
            </a:lvl6pPr>
            <a:lvl7pPr lvl="6" algn="ctr">
              <a:lnSpc>
                <a:spcPct val="115000"/>
              </a:lnSpc>
              <a:spcBef>
                <a:spcPts val="0"/>
              </a:spcBef>
              <a:spcAft>
                <a:spcPts val="0"/>
              </a:spcAft>
              <a:buNone/>
              <a:defRPr sz="1200">
                <a:solidFill>
                  <a:schemeClr val="lt1"/>
                </a:solidFill>
                <a:latin typeface="Lato"/>
                <a:ea typeface="Lato"/>
                <a:cs typeface="Lato"/>
                <a:sym typeface="Lato"/>
              </a:defRPr>
            </a:lvl7pPr>
            <a:lvl8pPr lvl="7" algn="ctr">
              <a:lnSpc>
                <a:spcPct val="115000"/>
              </a:lnSpc>
              <a:spcBef>
                <a:spcPts val="0"/>
              </a:spcBef>
              <a:spcAft>
                <a:spcPts val="0"/>
              </a:spcAft>
              <a:buNone/>
              <a:defRPr sz="1200">
                <a:solidFill>
                  <a:schemeClr val="lt1"/>
                </a:solidFill>
                <a:latin typeface="Lato"/>
                <a:ea typeface="Lato"/>
                <a:cs typeface="Lato"/>
                <a:sym typeface="Lato"/>
              </a:defRPr>
            </a:lvl8pPr>
            <a:lvl9pPr lvl="8" algn="ctr">
              <a:lnSpc>
                <a:spcPct val="115000"/>
              </a:lnSpc>
              <a:spcBef>
                <a:spcPts val="0"/>
              </a:spcBef>
              <a:spcAft>
                <a:spcPts val="0"/>
              </a:spcAft>
              <a:buNone/>
              <a:defRPr sz="1200">
                <a:solidFill>
                  <a:schemeClr val="lt1"/>
                </a:solidFill>
                <a:latin typeface="Lato"/>
                <a:ea typeface="Lato"/>
                <a:cs typeface="Lato"/>
                <a:sym typeface="Lato"/>
              </a:defRPr>
            </a:lvl9pPr>
          </a:lstStyle>
          <a:p/>
        </p:txBody>
      </p:sp>
      <p:sp>
        <p:nvSpPr>
          <p:cNvPr id="93" name="Google Shape;93;p9"/>
          <p:cNvSpPr txBox="1"/>
          <p:nvPr>
            <p:ph idx="1"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94" name="Google Shape;94;p9"/>
          <p:cNvSpPr txBox="1"/>
          <p:nvPr>
            <p:ph idx="12" type="sldNum"/>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95" name="Google Shape;95;p9"/>
          <p:cNvSpPr/>
          <p:nvPr>
            <p:ph idx="3" type="pic"/>
          </p:nvPr>
        </p:nvSpPr>
        <p:spPr>
          <a:xfrm>
            <a:off x="0" y="0"/>
            <a:ext cx="9144000" cy="1079100"/>
          </a:xfrm>
          <a:prstGeom prst="rect">
            <a:avLst/>
          </a:prstGeom>
          <a:no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
    <p:bg>
      <p:bgPr>
        <a:solidFill>
          <a:schemeClr val="dk2"/>
        </a:solidFill>
      </p:bgPr>
    </p:bg>
    <p:spTree>
      <p:nvGrpSpPr>
        <p:cNvPr id="96" name="Shape 96"/>
        <p:cNvGrpSpPr/>
        <p:nvPr/>
      </p:nvGrpSpPr>
      <p:grpSpPr>
        <a:xfrm>
          <a:off x="0" y="0"/>
          <a:ext cx="0" cy="0"/>
          <a:chOff x="0" y="0"/>
          <a:chExt cx="0" cy="0"/>
        </a:xfrm>
      </p:grpSpPr>
      <p:sp>
        <p:nvSpPr>
          <p:cNvPr id="97" name="Google Shape;97;p10"/>
          <p:cNvSpPr txBox="1"/>
          <p:nvPr>
            <p:ph type="title"/>
          </p:nvPr>
        </p:nvSpPr>
        <p:spPr>
          <a:xfrm>
            <a:off x="270983" y="1985025"/>
            <a:ext cx="3342900" cy="273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1800"/>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98" name="Google Shape;98;p10"/>
          <p:cNvSpPr txBox="1"/>
          <p:nvPr>
            <p:ph idx="2" type="title"/>
          </p:nvPr>
        </p:nvSpPr>
        <p:spPr>
          <a:xfrm>
            <a:off x="270983" y="2922825"/>
            <a:ext cx="3342900" cy="2733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1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9pPr>
          </a:lstStyle>
          <a:p/>
        </p:txBody>
      </p:sp>
      <p:sp>
        <p:nvSpPr>
          <p:cNvPr id="99" name="Google Shape;99;p10"/>
          <p:cNvSpPr txBox="1"/>
          <p:nvPr>
            <p:ph idx="3" type="title"/>
          </p:nvPr>
        </p:nvSpPr>
        <p:spPr>
          <a:xfrm>
            <a:off x="270983" y="3860625"/>
            <a:ext cx="3342900" cy="2733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1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9pPr>
          </a:lstStyle>
          <a:p/>
        </p:txBody>
      </p:sp>
      <p:sp>
        <p:nvSpPr>
          <p:cNvPr id="100" name="Google Shape;100;p10"/>
          <p:cNvSpPr txBox="1"/>
          <p:nvPr>
            <p:ph idx="4" type="title"/>
          </p:nvPr>
        </p:nvSpPr>
        <p:spPr>
          <a:xfrm>
            <a:off x="4858317" y="1985025"/>
            <a:ext cx="3342900" cy="2733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1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9pPr>
          </a:lstStyle>
          <a:p/>
        </p:txBody>
      </p:sp>
      <p:sp>
        <p:nvSpPr>
          <p:cNvPr id="101" name="Google Shape;101;p10"/>
          <p:cNvSpPr txBox="1"/>
          <p:nvPr>
            <p:ph idx="5" type="title"/>
          </p:nvPr>
        </p:nvSpPr>
        <p:spPr>
          <a:xfrm>
            <a:off x="4858317" y="2922825"/>
            <a:ext cx="3342900" cy="2733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1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9pPr>
          </a:lstStyle>
          <a:p/>
        </p:txBody>
      </p:sp>
      <p:sp>
        <p:nvSpPr>
          <p:cNvPr id="102" name="Google Shape;102;p10"/>
          <p:cNvSpPr txBox="1"/>
          <p:nvPr>
            <p:ph idx="6" type="title"/>
          </p:nvPr>
        </p:nvSpPr>
        <p:spPr>
          <a:xfrm>
            <a:off x="4858317" y="3860625"/>
            <a:ext cx="3342900" cy="2733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1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9pPr>
          </a:lstStyle>
          <a:p/>
        </p:txBody>
      </p:sp>
      <p:sp>
        <p:nvSpPr>
          <p:cNvPr id="103" name="Google Shape;103;p10"/>
          <p:cNvSpPr txBox="1"/>
          <p:nvPr>
            <p:ph idx="7" type="title"/>
          </p:nvPr>
        </p:nvSpPr>
        <p:spPr>
          <a:xfrm>
            <a:off x="276075" y="457200"/>
            <a:ext cx="85944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104" name="Google Shape;104;p10"/>
          <p:cNvSpPr txBox="1"/>
          <p:nvPr>
            <p:ph idx="1"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105" name="Google Shape;105;p10"/>
          <p:cNvSpPr txBox="1"/>
          <p:nvPr>
            <p:ph idx="12" type="sldNum"/>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106" name="Google Shape;106;p10"/>
          <p:cNvSpPr txBox="1"/>
          <p:nvPr>
            <p:ph idx="8" type="subTitle"/>
          </p:nvPr>
        </p:nvSpPr>
        <p:spPr>
          <a:xfrm>
            <a:off x="271825" y="1797400"/>
            <a:ext cx="1809900" cy="136200"/>
          </a:xfrm>
          <a:prstGeom prst="rect">
            <a:avLst/>
          </a:prstGeom>
        </p:spPr>
        <p:txBody>
          <a:bodyPr anchorCtr="0" anchor="t" bIns="0" lIns="0" spcFirstLastPara="1" rIns="0" wrap="square" tIns="0">
            <a:noAutofit/>
          </a:bodyPr>
          <a:lstStyle>
            <a:lvl1pPr lvl="0">
              <a:spcBef>
                <a:spcPts val="0"/>
              </a:spcBef>
              <a:spcAft>
                <a:spcPts val="0"/>
              </a:spcAft>
              <a:buSzPts val="800"/>
              <a:buFont typeface="Lato"/>
              <a:buNone/>
              <a:defRPr sz="800"/>
            </a:lvl1pPr>
            <a:lvl2pPr lvl="1">
              <a:spcBef>
                <a:spcPts val="0"/>
              </a:spcBef>
              <a:spcAft>
                <a:spcPts val="0"/>
              </a:spcAft>
              <a:buSzPts val="800"/>
              <a:buFont typeface="Lato"/>
              <a:buNone/>
              <a:defRPr sz="800"/>
            </a:lvl2pPr>
            <a:lvl3pPr lvl="2">
              <a:spcBef>
                <a:spcPts val="0"/>
              </a:spcBef>
              <a:spcAft>
                <a:spcPts val="0"/>
              </a:spcAft>
              <a:buSzPts val="800"/>
              <a:buFont typeface="Lato"/>
              <a:buNone/>
              <a:defRPr sz="800"/>
            </a:lvl3pPr>
            <a:lvl4pPr lvl="3">
              <a:spcBef>
                <a:spcPts val="0"/>
              </a:spcBef>
              <a:spcAft>
                <a:spcPts val="0"/>
              </a:spcAft>
              <a:buSzPts val="800"/>
              <a:buFont typeface="Lato"/>
              <a:buNone/>
              <a:defRPr sz="800"/>
            </a:lvl4pPr>
            <a:lvl5pPr lvl="4">
              <a:spcBef>
                <a:spcPts val="0"/>
              </a:spcBef>
              <a:spcAft>
                <a:spcPts val="0"/>
              </a:spcAft>
              <a:buSzPts val="800"/>
              <a:buFont typeface="Lato"/>
              <a:buNone/>
              <a:defRPr sz="800"/>
            </a:lvl5pPr>
            <a:lvl6pPr lvl="5">
              <a:spcBef>
                <a:spcPts val="0"/>
              </a:spcBef>
              <a:spcAft>
                <a:spcPts val="0"/>
              </a:spcAft>
              <a:buSzPts val="800"/>
              <a:buFont typeface="Lato"/>
              <a:buNone/>
              <a:defRPr sz="800"/>
            </a:lvl6pPr>
            <a:lvl7pPr lvl="6">
              <a:spcBef>
                <a:spcPts val="0"/>
              </a:spcBef>
              <a:spcAft>
                <a:spcPts val="0"/>
              </a:spcAft>
              <a:buSzPts val="800"/>
              <a:buFont typeface="Lato"/>
              <a:buNone/>
              <a:defRPr sz="800"/>
            </a:lvl7pPr>
            <a:lvl8pPr lvl="7">
              <a:spcBef>
                <a:spcPts val="0"/>
              </a:spcBef>
              <a:spcAft>
                <a:spcPts val="0"/>
              </a:spcAft>
              <a:buSzPts val="800"/>
              <a:buFont typeface="Lato"/>
              <a:buNone/>
              <a:defRPr sz="800"/>
            </a:lvl8pPr>
            <a:lvl9pPr lvl="8">
              <a:spcBef>
                <a:spcPts val="0"/>
              </a:spcBef>
              <a:spcAft>
                <a:spcPts val="0"/>
              </a:spcAft>
              <a:buSzPts val="800"/>
              <a:buFont typeface="Lato"/>
              <a:buNone/>
              <a:defRPr sz="800"/>
            </a:lvl9pPr>
          </a:lstStyle>
          <a:p/>
        </p:txBody>
      </p:sp>
      <p:sp>
        <p:nvSpPr>
          <p:cNvPr id="107" name="Google Shape;107;p10"/>
          <p:cNvSpPr txBox="1"/>
          <p:nvPr>
            <p:ph idx="9" type="subTitle"/>
          </p:nvPr>
        </p:nvSpPr>
        <p:spPr>
          <a:xfrm>
            <a:off x="4858700" y="1797400"/>
            <a:ext cx="1809900" cy="136200"/>
          </a:xfrm>
          <a:prstGeom prst="rect">
            <a:avLst/>
          </a:prstGeom>
        </p:spPr>
        <p:txBody>
          <a:bodyPr anchorCtr="0" anchor="t" bIns="0" lIns="0" spcFirstLastPara="1" rIns="0" wrap="square" tIns="0">
            <a:noAutofit/>
          </a:bodyPr>
          <a:lstStyle>
            <a:lvl1pPr lvl="0">
              <a:spcBef>
                <a:spcPts val="0"/>
              </a:spcBef>
              <a:spcAft>
                <a:spcPts val="0"/>
              </a:spcAft>
              <a:buSzPts val="800"/>
              <a:buFont typeface="Lato"/>
              <a:buNone/>
              <a:defRPr sz="800"/>
            </a:lvl1pPr>
            <a:lvl2pPr lvl="1">
              <a:spcBef>
                <a:spcPts val="0"/>
              </a:spcBef>
              <a:spcAft>
                <a:spcPts val="0"/>
              </a:spcAft>
              <a:buSzPts val="800"/>
              <a:buFont typeface="Lato"/>
              <a:buNone/>
              <a:defRPr sz="800"/>
            </a:lvl2pPr>
            <a:lvl3pPr lvl="2">
              <a:spcBef>
                <a:spcPts val="0"/>
              </a:spcBef>
              <a:spcAft>
                <a:spcPts val="0"/>
              </a:spcAft>
              <a:buSzPts val="800"/>
              <a:buFont typeface="Lato"/>
              <a:buNone/>
              <a:defRPr sz="800"/>
            </a:lvl3pPr>
            <a:lvl4pPr lvl="3">
              <a:spcBef>
                <a:spcPts val="0"/>
              </a:spcBef>
              <a:spcAft>
                <a:spcPts val="0"/>
              </a:spcAft>
              <a:buSzPts val="800"/>
              <a:buFont typeface="Lato"/>
              <a:buNone/>
              <a:defRPr sz="800"/>
            </a:lvl4pPr>
            <a:lvl5pPr lvl="4">
              <a:spcBef>
                <a:spcPts val="0"/>
              </a:spcBef>
              <a:spcAft>
                <a:spcPts val="0"/>
              </a:spcAft>
              <a:buSzPts val="800"/>
              <a:buFont typeface="Lato"/>
              <a:buNone/>
              <a:defRPr sz="800"/>
            </a:lvl5pPr>
            <a:lvl6pPr lvl="5">
              <a:spcBef>
                <a:spcPts val="0"/>
              </a:spcBef>
              <a:spcAft>
                <a:spcPts val="0"/>
              </a:spcAft>
              <a:buSzPts val="800"/>
              <a:buFont typeface="Lato"/>
              <a:buNone/>
              <a:defRPr sz="800"/>
            </a:lvl6pPr>
            <a:lvl7pPr lvl="6">
              <a:spcBef>
                <a:spcPts val="0"/>
              </a:spcBef>
              <a:spcAft>
                <a:spcPts val="0"/>
              </a:spcAft>
              <a:buSzPts val="800"/>
              <a:buFont typeface="Lato"/>
              <a:buNone/>
              <a:defRPr sz="800"/>
            </a:lvl7pPr>
            <a:lvl8pPr lvl="7">
              <a:spcBef>
                <a:spcPts val="0"/>
              </a:spcBef>
              <a:spcAft>
                <a:spcPts val="0"/>
              </a:spcAft>
              <a:buSzPts val="800"/>
              <a:buFont typeface="Lato"/>
              <a:buNone/>
              <a:defRPr sz="800"/>
            </a:lvl8pPr>
            <a:lvl9pPr lvl="8">
              <a:spcBef>
                <a:spcPts val="0"/>
              </a:spcBef>
              <a:spcAft>
                <a:spcPts val="0"/>
              </a:spcAft>
              <a:buSzPts val="800"/>
              <a:buFont typeface="Lato"/>
              <a:buNone/>
              <a:defRPr sz="800"/>
            </a:lvl9pPr>
          </a:lstStyle>
          <a:p/>
        </p:txBody>
      </p:sp>
      <p:sp>
        <p:nvSpPr>
          <p:cNvPr id="108" name="Google Shape;108;p10"/>
          <p:cNvSpPr txBox="1"/>
          <p:nvPr>
            <p:ph idx="13" type="subTitle"/>
          </p:nvPr>
        </p:nvSpPr>
        <p:spPr>
          <a:xfrm>
            <a:off x="271825" y="2735200"/>
            <a:ext cx="1809900" cy="136200"/>
          </a:xfrm>
          <a:prstGeom prst="rect">
            <a:avLst/>
          </a:prstGeom>
        </p:spPr>
        <p:txBody>
          <a:bodyPr anchorCtr="0" anchor="t" bIns="0" lIns="0" spcFirstLastPara="1" rIns="0" wrap="square" tIns="0">
            <a:noAutofit/>
          </a:bodyPr>
          <a:lstStyle>
            <a:lvl1pPr lvl="0">
              <a:spcBef>
                <a:spcPts val="0"/>
              </a:spcBef>
              <a:spcAft>
                <a:spcPts val="0"/>
              </a:spcAft>
              <a:buSzPts val="800"/>
              <a:buFont typeface="Lato"/>
              <a:buNone/>
              <a:defRPr sz="800"/>
            </a:lvl1pPr>
            <a:lvl2pPr lvl="1">
              <a:spcBef>
                <a:spcPts val="0"/>
              </a:spcBef>
              <a:spcAft>
                <a:spcPts val="0"/>
              </a:spcAft>
              <a:buSzPts val="800"/>
              <a:buFont typeface="Lato"/>
              <a:buNone/>
              <a:defRPr sz="800"/>
            </a:lvl2pPr>
            <a:lvl3pPr lvl="2">
              <a:spcBef>
                <a:spcPts val="0"/>
              </a:spcBef>
              <a:spcAft>
                <a:spcPts val="0"/>
              </a:spcAft>
              <a:buSzPts val="800"/>
              <a:buFont typeface="Lato"/>
              <a:buNone/>
              <a:defRPr sz="800"/>
            </a:lvl3pPr>
            <a:lvl4pPr lvl="3">
              <a:spcBef>
                <a:spcPts val="0"/>
              </a:spcBef>
              <a:spcAft>
                <a:spcPts val="0"/>
              </a:spcAft>
              <a:buSzPts val="800"/>
              <a:buFont typeface="Lato"/>
              <a:buNone/>
              <a:defRPr sz="800"/>
            </a:lvl4pPr>
            <a:lvl5pPr lvl="4">
              <a:spcBef>
                <a:spcPts val="0"/>
              </a:spcBef>
              <a:spcAft>
                <a:spcPts val="0"/>
              </a:spcAft>
              <a:buSzPts val="800"/>
              <a:buFont typeface="Lato"/>
              <a:buNone/>
              <a:defRPr sz="800"/>
            </a:lvl5pPr>
            <a:lvl6pPr lvl="5">
              <a:spcBef>
                <a:spcPts val="0"/>
              </a:spcBef>
              <a:spcAft>
                <a:spcPts val="0"/>
              </a:spcAft>
              <a:buSzPts val="800"/>
              <a:buFont typeface="Lato"/>
              <a:buNone/>
              <a:defRPr sz="800"/>
            </a:lvl6pPr>
            <a:lvl7pPr lvl="6">
              <a:spcBef>
                <a:spcPts val="0"/>
              </a:spcBef>
              <a:spcAft>
                <a:spcPts val="0"/>
              </a:spcAft>
              <a:buSzPts val="800"/>
              <a:buFont typeface="Lato"/>
              <a:buNone/>
              <a:defRPr sz="800"/>
            </a:lvl7pPr>
            <a:lvl8pPr lvl="7">
              <a:spcBef>
                <a:spcPts val="0"/>
              </a:spcBef>
              <a:spcAft>
                <a:spcPts val="0"/>
              </a:spcAft>
              <a:buSzPts val="800"/>
              <a:buFont typeface="Lato"/>
              <a:buNone/>
              <a:defRPr sz="800"/>
            </a:lvl8pPr>
            <a:lvl9pPr lvl="8">
              <a:spcBef>
                <a:spcPts val="0"/>
              </a:spcBef>
              <a:spcAft>
                <a:spcPts val="0"/>
              </a:spcAft>
              <a:buSzPts val="800"/>
              <a:buFont typeface="Lato"/>
              <a:buNone/>
              <a:defRPr sz="800"/>
            </a:lvl9pPr>
          </a:lstStyle>
          <a:p/>
        </p:txBody>
      </p:sp>
      <p:sp>
        <p:nvSpPr>
          <p:cNvPr id="109" name="Google Shape;109;p10"/>
          <p:cNvSpPr txBox="1"/>
          <p:nvPr>
            <p:ph idx="14" type="subTitle"/>
          </p:nvPr>
        </p:nvSpPr>
        <p:spPr>
          <a:xfrm>
            <a:off x="271825" y="3673000"/>
            <a:ext cx="1809900" cy="136200"/>
          </a:xfrm>
          <a:prstGeom prst="rect">
            <a:avLst/>
          </a:prstGeom>
        </p:spPr>
        <p:txBody>
          <a:bodyPr anchorCtr="0" anchor="t" bIns="0" lIns="0" spcFirstLastPara="1" rIns="0" wrap="square" tIns="0">
            <a:noAutofit/>
          </a:bodyPr>
          <a:lstStyle>
            <a:lvl1pPr lvl="0">
              <a:spcBef>
                <a:spcPts val="0"/>
              </a:spcBef>
              <a:spcAft>
                <a:spcPts val="0"/>
              </a:spcAft>
              <a:buSzPts val="800"/>
              <a:buFont typeface="Lato"/>
              <a:buNone/>
              <a:defRPr sz="800"/>
            </a:lvl1pPr>
            <a:lvl2pPr lvl="1">
              <a:spcBef>
                <a:spcPts val="0"/>
              </a:spcBef>
              <a:spcAft>
                <a:spcPts val="0"/>
              </a:spcAft>
              <a:buSzPts val="800"/>
              <a:buFont typeface="Lato"/>
              <a:buNone/>
              <a:defRPr sz="800"/>
            </a:lvl2pPr>
            <a:lvl3pPr lvl="2">
              <a:spcBef>
                <a:spcPts val="0"/>
              </a:spcBef>
              <a:spcAft>
                <a:spcPts val="0"/>
              </a:spcAft>
              <a:buSzPts val="800"/>
              <a:buFont typeface="Lato"/>
              <a:buNone/>
              <a:defRPr sz="800"/>
            </a:lvl3pPr>
            <a:lvl4pPr lvl="3">
              <a:spcBef>
                <a:spcPts val="0"/>
              </a:spcBef>
              <a:spcAft>
                <a:spcPts val="0"/>
              </a:spcAft>
              <a:buSzPts val="800"/>
              <a:buFont typeface="Lato"/>
              <a:buNone/>
              <a:defRPr sz="800"/>
            </a:lvl4pPr>
            <a:lvl5pPr lvl="4">
              <a:spcBef>
                <a:spcPts val="0"/>
              </a:spcBef>
              <a:spcAft>
                <a:spcPts val="0"/>
              </a:spcAft>
              <a:buSzPts val="800"/>
              <a:buFont typeface="Lato"/>
              <a:buNone/>
              <a:defRPr sz="800"/>
            </a:lvl5pPr>
            <a:lvl6pPr lvl="5">
              <a:spcBef>
                <a:spcPts val="0"/>
              </a:spcBef>
              <a:spcAft>
                <a:spcPts val="0"/>
              </a:spcAft>
              <a:buSzPts val="800"/>
              <a:buFont typeface="Lato"/>
              <a:buNone/>
              <a:defRPr sz="800"/>
            </a:lvl6pPr>
            <a:lvl7pPr lvl="6">
              <a:spcBef>
                <a:spcPts val="0"/>
              </a:spcBef>
              <a:spcAft>
                <a:spcPts val="0"/>
              </a:spcAft>
              <a:buSzPts val="800"/>
              <a:buFont typeface="Lato"/>
              <a:buNone/>
              <a:defRPr sz="800"/>
            </a:lvl7pPr>
            <a:lvl8pPr lvl="7">
              <a:spcBef>
                <a:spcPts val="0"/>
              </a:spcBef>
              <a:spcAft>
                <a:spcPts val="0"/>
              </a:spcAft>
              <a:buSzPts val="800"/>
              <a:buFont typeface="Lato"/>
              <a:buNone/>
              <a:defRPr sz="800"/>
            </a:lvl8pPr>
            <a:lvl9pPr lvl="8">
              <a:spcBef>
                <a:spcPts val="0"/>
              </a:spcBef>
              <a:spcAft>
                <a:spcPts val="0"/>
              </a:spcAft>
              <a:buSzPts val="800"/>
              <a:buFont typeface="Lato"/>
              <a:buNone/>
              <a:defRPr sz="800"/>
            </a:lvl9pPr>
          </a:lstStyle>
          <a:p/>
        </p:txBody>
      </p:sp>
      <p:sp>
        <p:nvSpPr>
          <p:cNvPr id="110" name="Google Shape;110;p10"/>
          <p:cNvSpPr txBox="1"/>
          <p:nvPr>
            <p:ph idx="15" type="subTitle"/>
          </p:nvPr>
        </p:nvSpPr>
        <p:spPr>
          <a:xfrm>
            <a:off x="4858700" y="2735200"/>
            <a:ext cx="1809900" cy="136200"/>
          </a:xfrm>
          <a:prstGeom prst="rect">
            <a:avLst/>
          </a:prstGeom>
        </p:spPr>
        <p:txBody>
          <a:bodyPr anchorCtr="0" anchor="t" bIns="0" lIns="0" spcFirstLastPara="1" rIns="0" wrap="square" tIns="0">
            <a:noAutofit/>
          </a:bodyPr>
          <a:lstStyle>
            <a:lvl1pPr lvl="0">
              <a:spcBef>
                <a:spcPts val="0"/>
              </a:spcBef>
              <a:spcAft>
                <a:spcPts val="0"/>
              </a:spcAft>
              <a:buSzPts val="800"/>
              <a:buFont typeface="Lato"/>
              <a:buNone/>
              <a:defRPr sz="800"/>
            </a:lvl1pPr>
            <a:lvl2pPr lvl="1">
              <a:spcBef>
                <a:spcPts val="0"/>
              </a:spcBef>
              <a:spcAft>
                <a:spcPts val="0"/>
              </a:spcAft>
              <a:buSzPts val="800"/>
              <a:buFont typeface="Lato"/>
              <a:buNone/>
              <a:defRPr sz="800"/>
            </a:lvl2pPr>
            <a:lvl3pPr lvl="2">
              <a:spcBef>
                <a:spcPts val="0"/>
              </a:spcBef>
              <a:spcAft>
                <a:spcPts val="0"/>
              </a:spcAft>
              <a:buSzPts val="800"/>
              <a:buFont typeface="Lato"/>
              <a:buNone/>
              <a:defRPr sz="800"/>
            </a:lvl3pPr>
            <a:lvl4pPr lvl="3">
              <a:spcBef>
                <a:spcPts val="0"/>
              </a:spcBef>
              <a:spcAft>
                <a:spcPts val="0"/>
              </a:spcAft>
              <a:buSzPts val="800"/>
              <a:buFont typeface="Lato"/>
              <a:buNone/>
              <a:defRPr sz="800"/>
            </a:lvl4pPr>
            <a:lvl5pPr lvl="4">
              <a:spcBef>
                <a:spcPts val="0"/>
              </a:spcBef>
              <a:spcAft>
                <a:spcPts val="0"/>
              </a:spcAft>
              <a:buSzPts val="800"/>
              <a:buFont typeface="Lato"/>
              <a:buNone/>
              <a:defRPr sz="800"/>
            </a:lvl5pPr>
            <a:lvl6pPr lvl="5">
              <a:spcBef>
                <a:spcPts val="0"/>
              </a:spcBef>
              <a:spcAft>
                <a:spcPts val="0"/>
              </a:spcAft>
              <a:buSzPts val="800"/>
              <a:buFont typeface="Lato"/>
              <a:buNone/>
              <a:defRPr sz="800"/>
            </a:lvl6pPr>
            <a:lvl7pPr lvl="6">
              <a:spcBef>
                <a:spcPts val="0"/>
              </a:spcBef>
              <a:spcAft>
                <a:spcPts val="0"/>
              </a:spcAft>
              <a:buSzPts val="800"/>
              <a:buFont typeface="Lato"/>
              <a:buNone/>
              <a:defRPr sz="800"/>
            </a:lvl7pPr>
            <a:lvl8pPr lvl="7">
              <a:spcBef>
                <a:spcPts val="0"/>
              </a:spcBef>
              <a:spcAft>
                <a:spcPts val="0"/>
              </a:spcAft>
              <a:buSzPts val="800"/>
              <a:buFont typeface="Lato"/>
              <a:buNone/>
              <a:defRPr sz="800"/>
            </a:lvl8pPr>
            <a:lvl9pPr lvl="8">
              <a:spcBef>
                <a:spcPts val="0"/>
              </a:spcBef>
              <a:spcAft>
                <a:spcPts val="0"/>
              </a:spcAft>
              <a:buSzPts val="800"/>
              <a:buFont typeface="Lato"/>
              <a:buNone/>
              <a:defRPr sz="800"/>
            </a:lvl9pPr>
          </a:lstStyle>
          <a:p/>
        </p:txBody>
      </p:sp>
      <p:sp>
        <p:nvSpPr>
          <p:cNvPr id="111" name="Google Shape;111;p10"/>
          <p:cNvSpPr txBox="1"/>
          <p:nvPr>
            <p:ph idx="16" type="subTitle"/>
          </p:nvPr>
        </p:nvSpPr>
        <p:spPr>
          <a:xfrm>
            <a:off x="4858700" y="3673000"/>
            <a:ext cx="1809900" cy="136200"/>
          </a:xfrm>
          <a:prstGeom prst="rect">
            <a:avLst/>
          </a:prstGeom>
        </p:spPr>
        <p:txBody>
          <a:bodyPr anchorCtr="0" anchor="t" bIns="0" lIns="0" spcFirstLastPara="1" rIns="0" wrap="square" tIns="0">
            <a:noAutofit/>
          </a:bodyPr>
          <a:lstStyle>
            <a:lvl1pPr lvl="0">
              <a:spcBef>
                <a:spcPts val="0"/>
              </a:spcBef>
              <a:spcAft>
                <a:spcPts val="0"/>
              </a:spcAft>
              <a:buSzPts val="800"/>
              <a:buFont typeface="Lato"/>
              <a:buNone/>
              <a:defRPr sz="800"/>
            </a:lvl1pPr>
            <a:lvl2pPr lvl="1">
              <a:spcBef>
                <a:spcPts val="0"/>
              </a:spcBef>
              <a:spcAft>
                <a:spcPts val="0"/>
              </a:spcAft>
              <a:buSzPts val="800"/>
              <a:buFont typeface="Lato"/>
              <a:buNone/>
              <a:defRPr sz="800"/>
            </a:lvl2pPr>
            <a:lvl3pPr lvl="2">
              <a:spcBef>
                <a:spcPts val="0"/>
              </a:spcBef>
              <a:spcAft>
                <a:spcPts val="0"/>
              </a:spcAft>
              <a:buSzPts val="800"/>
              <a:buFont typeface="Lato"/>
              <a:buNone/>
              <a:defRPr sz="800"/>
            </a:lvl3pPr>
            <a:lvl4pPr lvl="3">
              <a:spcBef>
                <a:spcPts val="0"/>
              </a:spcBef>
              <a:spcAft>
                <a:spcPts val="0"/>
              </a:spcAft>
              <a:buSzPts val="800"/>
              <a:buFont typeface="Lato"/>
              <a:buNone/>
              <a:defRPr sz="800"/>
            </a:lvl4pPr>
            <a:lvl5pPr lvl="4">
              <a:spcBef>
                <a:spcPts val="0"/>
              </a:spcBef>
              <a:spcAft>
                <a:spcPts val="0"/>
              </a:spcAft>
              <a:buSzPts val="800"/>
              <a:buFont typeface="Lato"/>
              <a:buNone/>
              <a:defRPr sz="800"/>
            </a:lvl5pPr>
            <a:lvl6pPr lvl="5">
              <a:spcBef>
                <a:spcPts val="0"/>
              </a:spcBef>
              <a:spcAft>
                <a:spcPts val="0"/>
              </a:spcAft>
              <a:buSzPts val="800"/>
              <a:buFont typeface="Lato"/>
              <a:buNone/>
              <a:defRPr sz="800"/>
            </a:lvl6pPr>
            <a:lvl7pPr lvl="6">
              <a:spcBef>
                <a:spcPts val="0"/>
              </a:spcBef>
              <a:spcAft>
                <a:spcPts val="0"/>
              </a:spcAft>
              <a:buSzPts val="800"/>
              <a:buFont typeface="Lato"/>
              <a:buNone/>
              <a:defRPr sz="800"/>
            </a:lvl7pPr>
            <a:lvl8pPr lvl="7">
              <a:spcBef>
                <a:spcPts val="0"/>
              </a:spcBef>
              <a:spcAft>
                <a:spcPts val="0"/>
              </a:spcAft>
              <a:buSzPts val="800"/>
              <a:buFont typeface="Lato"/>
              <a:buNone/>
              <a:defRPr sz="800"/>
            </a:lvl8pPr>
            <a:lvl9pPr lvl="8">
              <a:spcBef>
                <a:spcPts val="0"/>
              </a:spcBef>
              <a:spcAft>
                <a:spcPts val="0"/>
              </a:spcAft>
              <a:buSzPts val="800"/>
              <a:buFont typeface="Lato"/>
              <a:buNone/>
              <a:defRPr sz="8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ft image with right text">
  <p:cSld name="BLANK_1_1_1_1_1_1_1_1_1_1_1_1_1_1_1_1">
    <p:spTree>
      <p:nvGrpSpPr>
        <p:cNvPr id="112" name="Shape 112"/>
        <p:cNvGrpSpPr/>
        <p:nvPr/>
      </p:nvGrpSpPr>
      <p:grpSpPr>
        <a:xfrm>
          <a:off x="0" y="0"/>
          <a:ext cx="0" cy="0"/>
          <a:chOff x="0" y="0"/>
          <a:chExt cx="0" cy="0"/>
        </a:xfrm>
      </p:grpSpPr>
      <p:sp>
        <p:nvSpPr>
          <p:cNvPr id="113" name="Google Shape;113;p11"/>
          <p:cNvSpPr/>
          <p:nvPr>
            <p:ph idx="2" type="pic"/>
          </p:nvPr>
        </p:nvSpPr>
        <p:spPr>
          <a:xfrm>
            <a:off x="0" y="0"/>
            <a:ext cx="4348800" cy="5143500"/>
          </a:xfrm>
          <a:prstGeom prst="rect">
            <a:avLst/>
          </a:prstGeom>
          <a:noFill/>
          <a:ln>
            <a:noFill/>
          </a:ln>
        </p:spPr>
      </p:sp>
      <p:sp>
        <p:nvSpPr>
          <p:cNvPr id="114" name="Google Shape;114;p11"/>
          <p:cNvSpPr txBox="1"/>
          <p:nvPr>
            <p:ph idx="1"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115" name="Google Shape;115;p11"/>
          <p:cNvSpPr txBox="1"/>
          <p:nvPr>
            <p:ph type="title"/>
          </p:nvPr>
        </p:nvSpPr>
        <p:spPr>
          <a:xfrm>
            <a:off x="4618950" y="457200"/>
            <a:ext cx="4251600" cy="7515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116" name="Google Shape;116;p11"/>
          <p:cNvSpPr txBox="1"/>
          <p:nvPr>
            <p:ph idx="12" type="sldNum"/>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117" name="Google Shape;117;p11"/>
          <p:cNvSpPr txBox="1"/>
          <p:nvPr>
            <p:ph idx="3" type="subTitle"/>
          </p:nvPr>
        </p:nvSpPr>
        <p:spPr>
          <a:xfrm>
            <a:off x="4618950" y="2823908"/>
            <a:ext cx="4251600" cy="415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118" name="Google Shape;118;p11"/>
          <p:cNvSpPr txBox="1"/>
          <p:nvPr>
            <p:ph idx="4" type="body"/>
          </p:nvPr>
        </p:nvSpPr>
        <p:spPr>
          <a:xfrm>
            <a:off x="4618950" y="3457500"/>
            <a:ext cx="4251600" cy="906000"/>
          </a:xfrm>
          <a:prstGeom prst="rect">
            <a:avLst/>
          </a:prstGeom>
        </p:spPr>
        <p:txBody>
          <a:bodyPr anchorCtr="0" anchor="t" bIns="0" lIns="0" spcFirstLastPara="1" rIns="0" wrap="square" tIns="0">
            <a:noAutofit/>
          </a:bodyPr>
          <a:lstStyle>
            <a:lvl1pPr indent="-304800" lvl="0" marL="457200">
              <a:spcBef>
                <a:spcPts val="0"/>
              </a:spcBef>
              <a:spcAft>
                <a:spcPts val="0"/>
              </a:spcAft>
              <a:buClr>
                <a:schemeClr val="lt1"/>
              </a:buClr>
              <a:buSzPts val="1200"/>
              <a:buFont typeface="Lato"/>
              <a:buChar char="●"/>
              <a:defRPr/>
            </a:lvl1pPr>
            <a:lvl2pPr indent="-304800" lvl="1" marL="914400">
              <a:spcBef>
                <a:spcPts val="0"/>
              </a:spcBef>
              <a:spcAft>
                <a:spcPts val="0"/>
              </a:spcAft>
              <a:buClr>
                <a:schemeClr val="lt1"/>
              </a:buClr>
              <a:buSzPts val="1200"/>
              <a:buFont typeface="Lato"/>
              <a:buChar char="○"/>
              <a:defRPr/>
            </a:lvl2pPr>
            <a:lvl3pPr indent="-304800" lvl="2" marL="1371600">
              <a:spcBef>
                <a:spcPts val="0"/>
              </a:spcBef>
              <a:spcAft>
                <a:spcPts val="0"/>
              </a:spcAft>
              <a:buClr>
                <a:schemeClr val="lt1"/>
              </a:buClr>
              <a:buSzPts val="1200"/>
              <a:buFont typeface="Lato"/>
              <a:buChar char="■"/>
              <a:defRPr/>
            </a:lvl3pPr>
            <a:lvl4pPr indent="-304800" lvl="3" marL="1828800">
              <a:spcBef>
                <a:spcPts val="0"/>
              </a:spcBef>
              <a:spcAft>
                <a:spcPts val="0"/>
              </a:spcAft>
              <a:buClr>
                <a:schemeClr val="lt1"/>
              </a:buClr>
              <a:buSzPts val="1200"/>
              <a:buFont typeface="Lato"/>
              <a:buChar char="●"/>
              <a:defRPr/>
            </a:lvl4pPr>
            <a:lvl5pPr indent="-304800" lvl="4" marL="2286000">
              <a:spcBef>
                <a:spcPts val="0"/>
              </a:spcBef>
              <a:spcAft>
                <a:spcPts val="0"/>
              </a:spcAft>
              <a:buClr>
                <a:schemeClr val="lt1"/>
              </a:buClr>
              <a:buSzPts val="1200"/>
              <a:buFont typeface="Lato"/>
              <a:buChar char="○"/>
              <a:defRPr/>
            </a:lvl5pPr>
            <a:lvl6pPr indent="-304800" lvl="5" marL="2743200">
              <a:spcBef>
                <a:spcPts val="0"/>
              </a:spcBef>
              <a:spcAft>
                <a:spcPts val="0"/>
              </a:spcAft>
              <a:buClr>
                <a:schemeClr val="lt1"/>
              </a:buClr>
              <a:buSzPts val="1200"/>
              <a:buFont typeface="Lato"/>
              <a:buChar char="■"/>
              <a:defRPr/>
            </a:lvl6pPr>
            <a:lvl7pPr indent="-304800" lvl="6" marL="3200400">
              <a:spcBef>
                <a:spcPts val="0"/>
              </a:spcBef>
              <a:spcAft>
                <a:spcPts val="0"/>
              </a:spcAft>
              <a:buClr>
                <a:schemeClr val="lt1"/>
              </a:buClr>
              <a:buSzPts val="1200"/>
              <a:buFont typeface="Lato"/>
              <a:buChar char="●"/>
              <a:defRPr/>
            </a:lvl7pPr>
            <a:lvl8pPr indent="-304800" lvl="7" marL="3657600">
              <a:spcBef>
                <a:spcPts val="0"/>
              </a:spcBef>
              <a:spcAft>
                <a:spcPts val="0"/>
              </a:spcAft>
              <a:buClr>
                <a:schemeClr val="lt1"/>
              </a:buClr>
              <a:buSzPts val="1200"/>
              <a:buFont typeface="Lato"/>
              <a:buChar char="○"/>
              <a:defRPr/>
            </a:lvl8pPr>
            <a:lvl9pPr indent="-304800" lvl="8" marL="4114800">
              <a:spcBef>
                <a:spcPts val="0"/>
              </a:spcBef>
              <a:spcAft>
                <a:spcPts val="0"/>
              </a:spcAft>
              <a:buClr>
                <a:schemeClr val="lt1"/>
              </a:buClr>
              <a:buSzPts val="1200"/>
              <a:buFont typeface="Lato"/>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right image">
  <p:cSld name="BLANK_1_1_1_1_1_1_1_1_1_1_1_1_1_1_1_1_2">
    <p:spTree>
      <p:nvGrpSpPr>
        <p:cNvPr id="119" name="Shape 119"/>
        <p:cNvGrpSpPr/>
        <p:nvPr/>
      </p:nvGrpSpPr>
      <p:grpSpPr>
        <a:xfrm>
          <a:off x="0" y="0"/>
          <a:ext cx="0" cy="0"/>
          <a:chOff x="0" y="0"/>
          <a:chExt cx="0" cy="0"/>
        </a:xfrm>
      </p:grpSpPr>
      <p:sp>
        <p:nvSpPr>
          <p:cNvPr id="120" name="Google Shape;120;p12"/>
          <p:cNvSpPr/>
          <p:nvPr>
            <p:ph idx="2" type="pic"/>
          </p:nvPr>
        </p:nvSpPr>
        <p:spPr>
          <a:xfrm>
            <a:off x="6877724" y="0"/>
            <a:ext cx="2266200" cy="3405000"/>
          </a:xfrm>
          <a:prstGeom prst="rect">
            <a:avLst/>
          </a:prstGeom>
          <a:noFill/>
          <a:ln>
            <a:noFill/>
          </a:ln>
        </p:spPr>
      </p:sp>
      <p:sp>
        <p:nvSpPr>
          <p:cNvPr id="121" name="Google Shape;121;p12"/>
          <p:cNvSpPr txBox="1"/>
          <p:nvPr>
            <p:ph type="title"/>
          </p:nvPr>
        </p:nvSpPr>
        <p:spPr>
          <a:xfrm>
            <a:off x="276075" y="457200"/>
            <a:ext cx="85944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122" name="Google Shape;122;p12"/>
          <p:cNvSpPr txBox="1"/>
          <p:nvPr>
            <p:ph idx="1"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123" name="Google Shape;123;p12"/>
          <p:cNvSpPr txBox="1"/>
          <p:nvPr>
            <p:ph idx="12" type="sldNum"/>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p:cSld name="CUSTOM">
    <p:spTree>
      <p:nvGrpSpPr>
        <p:cNvPr id="124" name="Shape 124"/>
        <p:cNvGrpSpPr/>
        <p:nvPr/>
      </p:nvGrpSpPr>
      <p:grpSpPr>
        <a:xfrm>
          <a:off x="0" y="0"/>
          <a:ext cx="0" cy="0"/>
          <a:chOff x="0" y="0"/>
          <a:chExt cx="0" cy="0"/>
        </a:xfrm>
      </p:grpSpPr>
      <p:sp>
        <p:nvSpPr>
          <p:cNvPr id="125" name="Google Shape;125;p13"/>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lvl="0">
              <a:buNone/>
              <a:defRPr>
                <a:latin typeface="Lato"/>
                <a:ea typeface="Lato"/>
                <a:cs typeface="Lato"/>
                <a:sym typeface="Lato"/>
              </a:defRPr>
            </a:lvl1pPr>
            <a:lvl2pPr lvl="1">
              <a:buNone/>
              <a:defRPr>
                <a:latin typeface="Lato"/>
                <a:ea typeface="Lato"/>
                <a:cs typeface="Lato"/>
                <a:sym typeface="Lato"/>
              </a:defRPr>
            </a:lvl2pPr>
            <a:lvl3pPr lvl="2">
              <a:buNone/>
              <a:defRPr>
                <a:latin typeface="Lato"/>
                <a:ea typeface="Lato"/>
                <a:cs typeface="Lato"/>
                <a:sym typeface="Lato"/>
              </a:defRPr>
            </a:lvl3pPr>
            <a:lvl4pPr lvl="3">
              <a:buNone/>
              <a:defRPr>
                <a:latin typeface="Lato"/>
                <a:ea typeface="Lato"/>
                <a:cs typeface="Lato"/>
                <a:sym typeface="Lato"/>
              </a:defRPr>
            </a:lvl4pPr>
            <a:lvl5pPr lvl="4">
              <a:buNone/>
              <a:defRPr>
                <a:latin typeface="Lato"/>
                <a:ea typeface="Lato"/>
                <a:cs typeface="Lato"/>
                <a:sym typeface="Lato"/>
              </a:defRPr>
            </a:lvl5pPr>
            <a:lvl6pPr lvl="5">
              <a:buNone/>
              <a:defRPr>
                <a:latin typeface="Lato"/>
                <a:ea typeface="Lato"/>
                <a:cs typeface="Lato"/>
                <a:sym typeface="Lato"/>
              </a:defRPr>
            </a:lvl6pPr>
            <a:lvl7pPr lvl="6">
              <a:buNone/>
              <a:defRPr>
                <a:latin typeface="Lato"/>
                <a:ea typeface="Lato"/>
                <a:cs typeface="Lato"/>
                <a:sym typeface="Lato"/>
              </a:defRPr>
            </a:lvl7pPr>
            <a:lvl8pPr lvl="7">
              <a:buNone/>
              <a:defRPr>
                <a:latin typeface="Lato"/>
                <a:ea typeface="Lato"/>
                <a:cs typeface="Lato"/>
                <a:sym typeface="Lato"/>
              </a:defRPr>
            </a:lvl8pPr>
            <a:lvl9pPr lvl="8">
              <a:buNone/>
              <a:defRPr>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126" name="Google Shape;126;p13"/>
          <p:cNvSpPr txBox="1"/>
          <p:nvPr>
            <p:ph type="title"/>
          </p:nvPr>
        </p:nvSpPr>
        <p:spPr>
          <a:xfrm>
            <a:off x="276075" y="457200"/>
            <a:ext cx="85944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127" name="Google Shape;127;p13"/>
          <p:cNvSpPr txBox="1"/>
          <p:nvPr>
            <p:ph idx="1" type="subTitle"/>
          </p:nvPr>
        </p:nvSpPr>
        <p:spPr>
          <a:xfrm>
            <a:off x="1114250" y="1879000"/>
            <a:ext cx="918600" cy="415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128" name="Google Shape;128;p13"/>
          <p:cNvSpPr txBox="1"/>
          <p:nvPr>
            <p:ph idx="2" type="subTitle"/>
          </p:nvPr>
        </p:nvSpPr>
        <p:spPr>
          <a:xfrm>
            <a:off x="2135350" y="1879000"/>
            <a:ext cx="2933400" cy="415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129" name="Google Shape;129;p13"/>
          <p:cNvSpPr txBox="1"/>
          <p:nvPr>
            <p:ph idx="3" type="subTitle"/>
          </p:nvPr>
        </p:nvSpPr>
        <p:spPr>
          <a:xfrm>
            <a:off x="5787475" y="1912900"/>
            <a:ext cx="3072600" cy="4155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130" name="Google Shape;130;p13"/>
          <p:cNvSpPr txBox="1"/>
          <p:nvPr>
            <p:ph idx="4" type="subTitle"/>
          </p:nvPr>
        </p:nvSpPr>
        <p:spPr>
          <a:xfrm>
            <a:off x="1114250" y="2816800"/>
            <a:ext cx="918600" cy="415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131" name="Google Shape;131;p13"/>
          <p:cNvSpPr txBox="1"/>
          <p:nvPr>
            <p:ph idx="5" type="subTitle"/>
          </p:nvPr>
        </p:nvSpPr>
        <p:spPr>
          <a:xfrm>
            <a:off x="2135350" y="2816800"/>
            <a:ext cx="2933400" cy="415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132" name="Google Shape;132;p13"/>
          <p:cNvSpPr txBox="1"/>
          <p:nvPr>
            <p:ph idx="6" type="subTitle"/>
          </p:nvPr>
        </p:nvSpPr>
        <p:spPr>
          <a:xfrm>
            <a:off x="5787475" y="2850700"/>
            <a:ext cx="3072600" cy="4155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133" name="Google Shape;133;p13"/>
          <p:cNvSpPr txBox="1"/>
          <p:nvPr>
            <p:ph idx="7" type="subTitle"/>
          </p:nvPr>
        </p:nvSpPr>
        <p:spPr>
          <a:xfrm>
            <a:off x="1114250" y="3754600"/>
            <a:ext cx="918600" cy="415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134" name="Google Shape;134;p13"/>
          <p:cNvSpPr txBox="1"/>
          <p:nvPr>
            <p:ph idx="8" type="subTitle"/>
          </p:nvPr>
        </p:nvSpPr>
        <p:spPr>
          <a:xfrm>
            <a:off x="2135350" y="3754600"/>
            <a:ext cx="2933400" cy="415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135" name="Google Shape;135;p13"/>
          <p:cNvSpPr txBox="1"/>
          <p:nvPr>
            <p:ph idx="9" type="subTitle"/>
          </p:nvPr>
        </p:nvSpPr>
        <p:spPr>
          <a:xfrm>
            <a:off x="5787475" y="3788500"/>
            <a:ext cx="3072600" cy="4155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display 1">
  <p:cSld name="CUSTOM_1">
    <p:spTree>
      <p:nvGrpSpPr>
        <p:cNvPr id="136" name="Shape 136"/>
        <p:cNvGrpSpPr/>
        <p:nvPr/>
      </p:nvGrpSpPr>
      <p:grpSpPr>
        <a:xfrm>
          <a:off x="0" y="0"/>
          <a:ext cx="0" cy="0"/>
          <a:chOff x="0" y="0"/>
          <a:chExt cx="0" cy="0"/>
        </a:xfrm>
      </p:grpSpPr>
      <p:sp>
        <p:nvSpPr>
          <p:cNvPr id="137" name="Google Shape;137;p14"/>
          <p:cNvSpPr txBox="1"/>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sz="800">
                <a:latin typeface="Lato"/>
                <a:ea typeface="Lato"/>
                <a:cs typeface="Lato"/>
                <a:sym typeface="Lato"/>
              </a:rPr>
              <a:t>‹#›</a:t>
            </a:fld>
            <a:endParaRPr sz="800">
              <a:latin typeface="Lato"/>
              <a:ea typeface="Lato"/>
              <a:cs typeface="Lato"/>
              <a:sym typeface="Lato"/>
            </a:endParaRPr>
          </a:p>
        </p:txBody>
      </p:sp>
      <p:sp>
        <p:nvSpPr>
          <p:cNvPr id="138" name="Google Shape;138;p14"/>
          <p:cNvSpPr txBox="1"/>
          <p:nvPr>
            <p:ph type="title"/>
          </p:nvPr>
        </p:nvSpPr>
        <p:spPr>
          <a:xfrm>
            <a:off x="837250" y="457200"/>
            <a:ext cx="6885600" cy="3879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139" name="Google Shape;139;p14"/>
          <p:cNvSpPr txBox="1"/>
          <p:nvPr>
            <p:ph idx="1" type="subTitle"/>
          </p:nvPr>
        </p:nvSpPr>
        <p:spPr>
          <a:xfrm>
            <a:off x="276075" y="1194000"/>
            <a:ext cx="1990200" cy="5340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a:latin typeface="Playfair Display Medium"/>
                <a:ea typeface="Playfair Display Medium"/>
                <a:cs typeface="Playfair Display Medium"/>
                <a:sym typeface="Playfair Display Medium"/>
              </a:defRPr>
            </a:lvl1pPr>
            <a:lvl2pPr lvl="1">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2pPr>
            <a:lvl3pPr lvl="2">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3pPr>
            <a:lvl4pPr lvl="3">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4pPr>
            <a:lvl5pPr lvl="4">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5pPr>
            <a:lvl6pPr lvl="5">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6pPr>
            <a:lvl7pPr lvl="6">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7pPr>
            <a:lvl8pPr lvl="7">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8pPr>
            <a:lvl9pPr lvl="8">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9pPr>
          </a:lstStyle>
          <a:p/>
        </p:txBody>
      </p:sp>
      <p:sp>
        <p:nvSpPr>
          <p:cNvPr id="140" name="Google Shape;140;p14"/>
          <p:cNvSpPr txBox="1"/>
          <p:nvPr>
            <p:ph idx="2" type="subTitle"/>
          </p:nvPr>
        </p:nvSpPr>
        <p:spPr>
          <a:xfrm>
            <a:off x="3074775" y="1194000"/>
            <a:ext cx="4164900" cy="2265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a:latin typeface="Playfair Display Medium"/>
                <a:ea typeface="Playfair Display Medium"/>
                <a:cs typeface="Playfair Display Medium"/>
                <a:sym typeface="Playfair Display Medium"/>
              </a:defRPr>
            </a:lvl1pPr>
            <a:lvl2pPr lvl="1">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2pPr>
            <a:lvl3pPr lvl="2">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3pPr>
            <a:lvl4pPr lvl="3">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4pPr>
            <a:lvl5pPr lvl="4">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5pPr>
            <a:lvl6pPr lvl="5">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6pPr>
            <a:lvl7pPr lvl="6">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7pPr>
            <a:lvl8pPr lvl="7">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8pPr>
            <a:lvl9pPr lvl="8">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9pPr>
          </a:lstStyle>
          <a:p/>
        </p:txBody>
      </p:sp>
      <p:sp>
        <p:nvSpPr>
          <p:cNvPr id="141" name="Google Shape;141;p14"/>
          <p:cNvSpPr txBox="1"/>
          <p:nvPr>
            <p:ph idx="3" type="body"/>
          </p:nvPr>
        </p:nvSpPr>
        <p:spPr>
          <a:xfrm>
            <a:off x="3074775" y="1873600"/>
            <a:ext cx="1513500" cy="11520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800"/>
              </a:spcBef>
              <a:spcAft>
                <a:spcPts val="0"/>
              </a:spcAft>
              <a:buClr>
                <a:schemeClr val="lt1"/>
              </a:buClr>
              <a:buSzPts val="1000"/>
              <a:buFont typeface="Lato"/>
              <a:buChar char="○"/>
              <a:defRPr sz="1000"/>
            </a:lvl2pPr>
            <a:lvl3pPr indent="-292100" lvl="2" marL="1371600">
              <a:spcBef>
                <a:spcPts val="800"/>
              </a:spcBef>
              <a:spcAft>
                <a:spcPts val="0"/>
              </a:spcAft>
              <a:buClr>
                <a:schemeClr val="lt1"/>
              </a:buClr>
              <a:buSzPts val="1000"/>
              <a:buFont typeface="Lato"/>
              <a:buChar char="■"/>
              <a:defRPr sz="1000"/>
            </a:lvl3pPr>
            <a:lvl4pPr indent="-292100" lvl="3" marL="1828800">
              <a:spcBef>
                <a:spcPts val="800"/>
              </a:spcBef>
              <a:spcAft>
                <a:spcPts val="0"/>
              </a:spcAft>
              <a:buClr>
                <a:schemeClr val="lt1"/>
              </a:buClr>
              <a:buSzPts val="1000"/>
              <a:buFont typeface="Lato"/>
              <a:buChar char="●"/>
              <a:defRPr sz="1000"/>
            </a:lvl4pPr>
            <a:lvl5pPr indent="-292100" lvl="4" marL="2286000">
              <a:spcBef>
                <a:spcPts val="800"/>
              </a:spcBef>
              <a:spcAft>
                <a:spcPts val="0"/>
              </a:spcAft>
              <a:buClr>
                <a:schemeClr val="lt1"/>
              </a:buClr>
              <a:buSzPts val="1000"/>
              <a:buFont typeface="Lato"/>
              <a:buChar char="○"/>
              <a:defRPr sz="1000"/>
            </a:lvl5pPr>
            <a:lvl6pPr indent="-292100" lvl="5" marL="2743200">
              <a:spcBef>
                <a:spcPts val="800"/>
              </a:spcBef>
              <a:spcAft>
                <a:spcPts val="0"/>
              </a:spcAft>
              <a:buClr>
                <a:schemeClr val="lt1"/>
              </a:buClr>
              <a:buSzPts val="1000"/>
              <a:buFont typeface="Lato"/>
              <a:buChar char="■"/>
              <a:defRPr sz="1000"/>
            </a:lvl6pPr>
            <a:lvl7pPr indent="-292100" lvl="6" marL="3200400">
              <a:spcBef>
                <a:spcPts val="800"/>
              </a:spcBef>
              <a:spcAft>
                <a:spcPts val="0"/>
              </a:spcAft>
              <a:buClr>
                <a:schemeClr val="lt1"/>
              </a:buClr>
              <a:buSzPts val="1000"/>
              <a:buFont typeface="Lato"/>
              <a:buChar char="●"/>
              <a:defRPr sz="1000"/>
            </a:lvl7pPr>
            <a:lvl8pPr indent="-292100" lvl="7" marL="3657600">
              <a:spcBef>
                <a:spcPts val="800"/>
              </a:spcBef>
              <a:spcAft>
                <a:spcPts val="0"/>
              </a:spcAft>
              <a:buClr>
                <a:schemeClr val="lt1"/>
              </a:buClr>
              <a:buSzPts val="1000"/>
              <a:buFont typeface="Lato"/>
              <a:buChar char="○"/>
              <a:defRPr sz="1000"/>
            </a:lvl8pPr>
            <a:lvl9pPr indent="-292100" lvl="8" marL="4114800">
              <a:spcBef>
                <a:spcPts val="800"/>
              </a:spcBef>
              <a:spcAft>
                <a:spcPts val="800"/>
              </a:spcAft>
              <a:buClr>
                <a:schemeClr val="lt1"/>
              </a:buClr>
              <a:buSzPts val="1000"/>
              <a:buFont typeface="Lato"/>
              <a:buChar char="■"/>
              <a:defRPr sz="1000"/>
            </a:lvl9pPr>
          </a:lstStyle>
          <a:p/>
        </p:txBody>
      </p:sp>
      <p:sp>
        <p:nvSpPr>
          <p:cNvPr id="142" name="Google Shape;142;p14"/>
          <p:cNvSpPr txBox="1"/>
          <p:nvPr>
            <p:ph idx="4" type="subTitle"/>
          </p:nvPr>
        </p:nvSpPr>
        <p:spPr>
          <a:xfrm>
            <a:off x="3074775" y="1637950"/>
            <a:ext cx="1513500" cy="1494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lnSpc>
                <a:spcPct val="115000"/>
              </a:lnSpc>
              <a:spcBef>
                <a:spcPts val="0"/>
              </a:spcBef>
              <a:spcAft>
                <a:spcPts val="0"/>
              </a:spcAft>
              <a:buSzPts val="1000"/>
              <a:buNone/>
              <a:defRPr sz="1000"/>
            </a:lvl2pPr>
            <a:lvl3pPr lvl="2">
              <a:lnSpc>
                <a:spcPct val="115000"/>
              </a:lnSpc>
              <a:spcBef>
                <a:spcPts val="0"/>
              </a:spcBef>
              <a:spcAft>
                <a:spcPts val="0"/>
              </a:spcAft>
              <a:buSzPts val="1000"/>
              <a:buNone/>
              <a:defRPr sz="1000"/>
            </a:lvl3pPr>
            <a:lvl4pPr lvl="3">
              <a:lnSpc>
                <a:spcPct val="115000"/>
              </a:lnSpc>
              <a:spcBef>
                <a:spcPts val="0"/>
              </a:spcBef>
              <a:spcAft>
                <a:spcPts val="0"/>
              </a:spcAft>
              <a:buSzPts val="1000"/>
              <a:buNone/>
              <a:defRPr sz="1000"/>
            </a:lvl4pPr>
            <a:lvl5pPr lvl="4">
              <a:lnSpc>
                <a:spcPct val="115000"/>
              </a:lnSpc>
              <a:spcBef>
                <a:spcPts val="0"/>
              </a:spcBef>
              <a:spcAft>
                <a:spcPts val="0"/>
              </a:spcAft>
              <a:buSzPts val="1000"/>
              <a:buNone/>
              <a:defRPr sz="1000"/>
            </a:lvl5pPr>
            <a:lvl6pPr lvl="5">
              <a:lnSpc>
                <a:spcPct val="115000"/>
              </a:lnSpc>
              <a:spcBef>
                <a:spcPts val="0"/>
              </a:spcBef>
              <a:spcAft>
                <a:spcPts val="0"/>
              </a:spcAft>
              <a:buSzPts val="1000"/>
              <a:buNone/>
              <a:defRPr sz="1000"/>
            </a:lvl6pPr>
            <a:lvl7pPr lvl="6">
              <a:lnSpc>
                <a:spcPct val="115000"/>
              </a:lnSpc>
              <a:spcBef>
                <a:spcPts val="0"/>
              </a:spcBef>
              <a:spcAft>
                <a:spcPts val="0"/>
              </a:spcAft>
              <a:buSzPts val="1000"/>
              <a:buNone/>
              <a:defRPr sz="1000"/>
            </a:lvl7pPr>
            <a:lvl8pPr lvl="7">
              <a:lnSpc>
                <a:spcPct val="115000"/>
              </a:lnSpc>
              <a:spcBef>
                <a:spcPts val="0"/>
              </a:spcBef>
              <a:spcAft>
                <a:spcPts val="0"/>
              </a:spcAft>
              <a:buSzPts val="1000"/>
              <a:buNone/>
              <a:defRPr sz="1000"/>
            </a:lvl8pPr>
            <a:lvl9pPr lvl="8">
              <a:lnSpc>
                <a:spcPct val="115000"/>
              </a:lnSpc>
              <a:spcBef>
                <a:spcPts val="0"/>
              </a:spcBef>
              <a:spcAft>
                <a:spcPts val="0"/>
              </a:spcAft>
              <a:buSzPts val="1000"/>
              <a:buNone/>
              <a:defRPr sz="1000"/>
            </a:lvl9pPr>
          </a:lstStyle>
          <a:p/>
        </p:txBody>
      </p:sp>
      <p:sp>
        <p:nvSpPr>
          <p:cNvPr id="143" name="Google Shape;143;p14"/>
          <p:cNvSpPr txBox="1"/>
          <p:nvPr>
            <p:ph idx="5" type="body"/>
          </p:nvPr>
        </p:nvSpPr>
        <p:spPr>
          <a:xfrm>
            <a:off x="4882875" y="1873600"/>
            <a:ext cx="1513500" cy="11520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800"/>
              </a:spcBef>
              <a:spcAft>
                <a:spcPts val="0"/>
              </a:spcAft>
              <a:buClr>
                <a:schemeClr val="lt1"/>
              </a:buClr>
              <a:buSzPts val="1000"/>
              <a:buFont typeface="Lato"/>
              <a:buChar char="○"/>
              <a:defRPr sz="1000"/>
            </a:lvl2pPr>
            <a:lvl3pPr indent="-292100" lvl="2" marL="1371600">
              <a:spcBef>
                <a:spcPts val="800"/>
              </a:spcBef>
              <a:spcAft>
                <a:spcPts val="0"/>
              </a:spcAft>
              <a:buClr>
                <a:schemeClr val="lt1"/>
              </a:buClr>
              <a:buSzPts val="1000"/>
              <a:buFont typeface="Lato"/>
              <a:buChar char="■"/>
              <a:defRPr sz="1000"/>
            </a:lvl3pPr>
            <a:lvl4pPr indent="-292100" lvl="3" marL="1828800">
              <a:spcBef>
                <a:spcPts val="800"/>
              </a:spcBef>
              <a:spcAft>
                <a:spcPts val="0"/>
              </a:spcAft>
              <a:buClr>
                <a:schemeClr val="lt1"/>
              </a:buClr>
              <a:buSzPts val="1000"/>
              <a:buFont typeface="Lato"/>
              <a:buChar char="●"/>
              <a:defRPr sz="1000"/>
            </a:lvl4pPr>
            <a:lvl5pPr indent="-292100" lvl="4" marL="2286000">
              <a:spcBef>
                <a:spcPts val="800"/>
              </a:spcBef>
              <a:spcAft>
                <a:spcPts val="0"/>
              </a:spcAft>
              <a:buClr>
                <a:schemeClr val="lt1"/>
              </a:buClr>
              <a:buSzPts val="1000"/>
              <a:buFont typeface="Lato"/>
              <a:buChar char="○"/>
              <a:defRPr sz="1000"/>
            </a:lvl5pPr>
            <a:lvl6pPr indent="-292100" lvl="5" marL="2743200">
              <a:spcBef>
                <a:spcPts val="800"/>
              </a:spcBef>
              <a:spcAft>
                <a:spcPts val="0"/>
              </a:spcAft>
              <a:buClr>
                <a:schemeClr val="lt1"/>
              </a:buClr>
              <a:buSzPts val="1000"/>
              <a:buFont typeface="Lato"/>
              <a:buChar char="■"/>
              <a:defRPr sz="1000"/>
            </a:lvl6pPr>
            <a:lvl7pPr indent="-292100" lvl="6" marL="3200400">
              <a:spcBef>
                <a:spcPts val="800"/>
              </a:spcBef>
              <a:spcAft>
                <a:spcPts val="0"/>
              </a:spcAft>
              <a:buClr>
                <a:schemeClr val="lt1"/>
              </a:buClr>
              <a:buSzPts val="1000"/>
              <a:buFont typeface="Lato"/>
              <a:buChar char="●"/>
              <a:defRPr sz="1000"/>
            </a:lvl7pPr>
            <a:lvl8pPr indent="-292100" lvl="7" marL="3657600">
              <a:spcBef>
                <a:spcPts val="800"/>
              </a:spcBef>
              <a:spcAft>
                <a:spcPts val="0"/>
              </a:spcAft>
              <a:buClr>
                <a:schemeClr val="lt1"/>
              </a:buClr>
              <a:buSzPts val="1000"/>
              <a:buFont typeface="Lato"/>
              <a:buChar char="○"/>
              <a:defRPr sz="1000"/>
            </a:lvl8pPr>
            <a:lvl9pPr indent="-292100" lvl="8" marL="4114800">
              <a:spcBef>
                <a:spcPts val="800"/>
              </a:spcBef>
              <a:spcAft>
                <a:spcPts val="800"/>
              </a:spcAft>
              <a:buClr>
                <a:schemeClr val="lt1"/>
              </a:buClr>
              <a:buSzPts val="1000"/>
              <a:buFont typeface="Lato"/>
              <a:buChar char="■"/>
              <a:defRPr sz="1000"/>
            </a:lvl9pPr>
          </a:lstStyle>
          <a:p/>
        </p:txBody>
      </p:sp>
      <p:sp>
        <p:nvSpPr>
          <p:cNvPr id="144" name="Google Shape;144;p14"/>
          <p:cNvSpPr txBox="1"/>
          <p:nvPr>
            <p:ph idx="6" type="subTitle"/>
          </p:nvPr>
        </p:nvSpPr>
        <p:spPr>
          <a:xfrm>
            <a:off x="4882875" y="1637950"/>
            <a:ext cx="1513500" cy="1494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lnSpc>
                <a:spcPct val="115000"/>
              </a:lnSpc>
              <a:spcBef>
                <a:spcPts val="0"/>
              </a:spcBef>
              <a:spcAft>
                <a:spcPts val="0"/>
              </a:spcAft>
              <a:buSzPts val="1000"/>
              <a:buNone/>
              <a:defRPr sz="1000"/>
            </a:lvl2pPr>
            <a:lvl3pPr lvl="2">
              <a:lnSpc>
                <a:spcPct val="115000"/>
              </a:lnSpc>
              <a:spcBef>
                <a:spcPts val="0"/>
              </a:spcBef>
              <a:spcAft>
                <a:spcPts val="0"/>
              </a:spcAft>
              <a:buSzPts val="1000"/>
              <a:buNone/>
              <a:defRPr sz="1000"/>
            </a:lvl3pPr>
            <a:lvl4pPr lvl="3">
              <a:lnSpc>
                <a:spcPct val="115000"/>
              </a:lnSpc>
              <a:spcBef>
                <a:spcPts val="0"/>
              </a:spcBef>
              <a:spcAft>
                <a:spcPts val="0"/>
              </a:spcAft>
              <a:buSzPts val="1000"/>
              <a:buNone/>
              <a:defRPr sz="1000"/>
            </a:lvl4pPr>
            <a:lvl5pPr lvl="4">
              <a:lnSpc>
                <a:spcPct val="115000"/>
              </a:lnSpc>
              <a:spcBef>
                <a:spcPts val="0"/>
              </a:spcBef>
              <a:spcAft>
                <a:spcPts val="0"/>
              </a:spcAft>
              <a:buSzPts val="1000"/>
              <a:buNone/>
              <a:defRPr sz="1000"/>
            </a:lvl5pPr>
            <a:lvl6pPr lvl="5">
              <a:lnSpc>
                <a:spcPct val="115000"/>
              </a:lnSpc>
              <a:spcBef>
                <a:spcPts val="0"/>
              </a:spcBef>
              <a:spcAft>
                <a:spcPts val="0"/>
              </a:spcAft>
              <a:buSzPts val="1000"/>
              <a:buNone/>
              <a:defRPr sz="1000"/>
            </a:lvl6pPr>
            <a:lvl7pPr lvl="6">
              <a:lnSpc>
                <a:spcPct val="115000"/>
              </a:lnSpc>
              <a:spcBef>
                <a:spcPts val="0"/>
              </a:spcBef>
              <a:spcAft>
                <a:spcPts val="0"/>
              </a:spcAft>
              <a:buSzPts val="1000"/>
              <a:buNone/>
              <a:defRPr sz="1000"/>
            </a:lvl7pPr>
            <a:lvl8pPr lvl="7">
              <a:lnSpc>
                <a:spcPct val="115000"/>
              </a:lnSpc>
              <a:spcBef>
                <a:spcPts val="0"/>
              </a:spcBef>
              <a:spcAft>
                <a:spcPts val="0"/>
              </a:spcAft>
              <a:buSzPts val="1000"/>
              <a:buNone/>
              <a:defRPr sz="1000"/>
            </a:lvl8pPr>
            <a:lvl9pPr lvl="8">
              <a:lnSpc>
                <a:spcPct val="115000"/>
              </a:lnSpc>
              <a:spcBef>
                <a:spcPts val="0"/>
              </a:spcBef>
              <a:spcAft>
                <a:spcPts val="0"/>
              </a:spcAft>
              <a:buSzPts val="1000"/>
              <a:buNone/>
              <a:defRPr sz="1000"/>
            </a:lvl9pPr>
          </a:lstStyle>
          <a:p/>
        </p:txBody>
      </p:sp>
      <p:sp>
        <p:nvSpPr>
          <p:cNvPr id="145" name="Google Shape;145;p14"/>
          <p:cNvSpPr txBox="1"/>
          <p:nvPr>
            <p:ph idx="7" type="body"/>
          </p:nvPr>
        </p:nvSpPr>
        <p:spPr>
          <a:xfrm>
            <a:off x="6690975" y="1873600"/>
            <a:ext cx="1513500" cy="11520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800"/>
              </a:spcBef>
              <a:spcAft>
                <a:spcPts val="0"/>
              </a:spcAft>
              <a:buClr>
                <a:schemeClr val="lt1"/>
              </a:buClr>
              <a:buSzPts val="1000"/>
              <a:buFont typeface="Lato"/>
              <a:buChar char="○"/>
              <a:defRPr sz="1000"/>
            </a:lvl2pPr>
            <a:lvl3pPr indent="-292100" lvl="2" marL="1371600">
              <a:spcBef>
                <a:spcPts val="800"/>
              </a:spcBef>
              <a:spcAft>
                <a:spcPts val="0"/>
              </a:spcAft>
              <a:buClr>
                <a:schemeClr val="lt1"/>
              </a:buClr>
              <a:buSzPts val="1000"/>
              <a:buFont typeface="Lato"/>
              <a:buChar char="■"/>
              <a:defRPr sz="1000"/>
            </a:lvl3pPr>
            <a:lvl4pPr indent="-292100" lvl="3" marL="1828800">
              <a:spcBef>
                <a:spcPts val="800"/>
              </a:spcBef>
              <a:spcAft>
                <a:spcPts val="0"/>
              </a:spcAft>
              <a:buClr>
                <a:schemeClr val="lt1"/>
              </a:buClr>
              <a:buSzPts val="1000"/>
              <a:buFont typeface="Lato"/>
              <a:buChar char="●"/>
              <a:defRPr sz="1000"/>
            </a:lvl4pPr>
            <a:lvl5pPr indent="-292100" lvl="4" marL="2286000">
              <a:spcBef>
                <a:spcPts val="800"/>
              </a:spcBef>
              <a:spcAft>
                <a:spcPts val="0"/>
              </a:spcAft>
              <a:buClr>
                <a:schemeClr val="lt1"/>
              </a:buClr>
              <a:buSzPts val="1000"/>
              <a:buFont typeface="Lato"/>
              <a:buChar char="○"/>
              <a:defRPr sz="1000"/>
            </a:lvl5pPr>
            <a:lvl6pPr indent="-292100" lvl="5" marL="2743200">
              <a:spcBef>
                <a:spcPts val="800"/>
              </a:spcBef>
              <a:spcAft>
                <a:spcPts val="0"/>
              </a:spcAft>
              <a:buClr>
                <a:schemeClr val="lt1"/>
              </a:buClr>
              <a:buSzPts val="1000"/>
              <a:buFont typeface="Lato"/>
              <a:buChar char="■"/>
              <a:defRPr sz="1000"/>
            </a:lvl6pPr>
            <a:lvl7pPr indent="-292100" lvl="6" marL="3200400">
              <a:spcBef>
                <a:spcPts val="800"/>
              </a:spcBef>
              <a:spcAft>
                <a:spcPts val="0"/>
              </a:spcAft>
              <a:buClr>
                <a:schemeClr val="lt1"/>
              </a:buClr>
              <a:buSzPts val="1000"/>
              <a:buFont typeface="Lato"/>
              <a:buChar char="●"/>
              <a:defRPr sz="1000"/>
            </a:lvl7pPr>
            <a:lvl8pPr indent="-292100" lvl="7" marL="3657600">
              <a:spcBef>
                <a:spcPts val="800"/>
              </a:spcBef>
              <a:spcAft>
                <a:spcPts val="0"/>
              </a:spcAft>
              <a:buClr>
                <a:schemeClr val="lt1"/>
              </a:buClr>
              <a:buSzPts val="1000"/>
              <a:buFont typeface="Lato"/>
              <a:buChar char="○"/>
              <a:defRPr sz="1000"/>
            </a:lvl8pPr>
            <a:lvl9pPr indent="-292100" lvl="8" marL="4114800">
              <a:spcBef>
                <a:spcPts val="800"/>
              </a:spcBef>
              <a:spcAft>
                <a:spcPts val="800"/>
              </a:spcAft>
              <a:buClr>
                <a:schemeClr val="lt1"/>
              </a:buClr>
              <a:buSzPts val="1000"/>
              <a:buFont typeface="Lato"/>
              <a:buChar char="■"/>
              <a:defRPr sz="1000"/>
            </a:lvl9pPr>
          </a:lstStyle>
          <a:p/>
        </p:txBody>
      </p:sp>
      <p:sp>
        <p:nvSpPr>
          <p:cNvPr id="146" name="Google Shape;146;p14"/>
          <p:cNvSpPr txBox="1"/>
          <p:nvPr>
            <p:ph idx="8" type="subTitle"/>
          </p:nvPr>
        </p:nvSpPr>
        <p:spPr>
          <a:xfrm>
            <a:off x="6690975" y="1637950"/>
            <a:ext cx="1513500" cy="1494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lnSpc>
                <a:spcPct val="115000"/>
              </a:lnSpc>
              <a:spcBef>
                <a:spcPts val="0"/>
              </a:spcBef>
              <a:spcAft>
                <a:spcPts val="0"/>
              </a:spcAft>
              <a:buSzPts val="1000"/>
              <a:buNone/>
              <a:defRPr sz="1000"/>
            </a:lvl2pPr>
            <a:lvl3pPr lvl="2">
              <a:lnSpc>
                <a:spcPct val="115000"/>
              </a:lnSpc>
              <a:spcBef>
                <a:spcPts val="0"/>
              </a:spcBef>
              <a:spcAft>
                <a:spcPts val="0"/>
              </a:spcAft>
              <a:buSzPts val="1000"/>
              <a:buNone/>
              <a:defRPr sz="1000"/>
            </a:lvl3pPr>
            <a:lvl4pPr lvl="3">
              <a:lnSpc>
                <a:spcPct val="115000"/>
              </a:lnSpc>
              <a:spcBef>
                <a:spcPts val="0"/>
              </a:spcBef>
              <a:spcAft>
                <a:spcPts val="0"/>
              </a:spcAft>
              <a:buSzPts val="1000"/>
              <a:buNone/>
              <a:defRPr sz="1000"/>
            </a:lvl4pPr>
            <a:lvl5pPr lvl="4">
              <a:lnSpc>
                <a:spcPct val="115000"/>
              </a:lnSpc>
              <a:spcBef>
                <a:spcPts val="0"/>
              </a:spcBef>
              <a:spcAft>
                <a:spcPts val="0"/>
              </a:spcAft>
              <a:buSzPts val="1000"/>
              <a:buNone/>
              <a:defRPr sz="1000"/>
            </a:lvl5pPr>
            <a:lvl6pPr lvl="5">
              <a:lnSpc>
                <a:spcPct val="115000"/>
              </a:lnSpc>
              <a:spcBef>
                <a:spcPts val="0"/>
              </a:spcBef>
              <a:spcAft>
                <a:spcPts val="0"/>
              </a:spcAft>
              <a:buSzPts val="1000"/>
              <a:buNone/>
              <a:defRPr sz="1000"/>
            </a:lvl6pPr>
            <a:lvl7pPr lvl="6">
              <a:lnSpc>
                <a:spcPct val="115000"/>
              </a:lnSpc>
              <a:spcBef>
                <a:spcPts val="0"/>
              </a:spcBef>
              <a:spcAft>
                <a:spcPts val="0"/>
              </a:spcAft>
              <a:buSzPts val="1000"/>
              <a:buNone/>
              <a:defRPr sz="1000"/>
            </a:lvl7pPr>
            <a:lvl8pPr lvl="7">
              <a:lnSpc>
                <a:spcPct val="115000"/>
              </a:lnSpc>
              <a:spcBef>
                <a:spcPts val="0"/>
              </a:spcBef>
              <a:spcAft>
                <a:spcPts val="0"/>
              </a:spcAft>
              <a:buSzPts val="1000"/>
              <a:buNone/>
              <a:defRPr sz="1000"/>
            </a:lvl8pPr>
            <a:lvl9pPr lvl="8">
              <a:lnSpc>
                <a:spcPct val="115000"/>
              </a:lnSpc>
              <a:spcBef>
                <a:spcPts val="0"/>
              </a:spcBef>
              <a:spcAft>
                <a:spcPts val="0"/>
              </a:spcAft>
              <a:buSzPts val="1000"/>
              <a:buNone/>
              <a:defRPr sz="1000"/>
            </a:lvl9pPr>
          </a:lstStyle>
          <a:p/>
        </p:txBody>
      </p:sp>
      <p:sp>
        <p:nvSpPr>
          <p:cNvPr id="147" name="Google Shape;147;p14"/>
          <p:cNvSpPr txBox="1"/>
          <p:nvPr>
            <p:ph idx="9" type="subTitle"/>
          </p:nvPr>
        </p:nvSpPr>
        <p:spPr>
          <a:xfrm>
            <a:off x="276075" y="520738"/>
            <a:ext cx="336000" cy="226500"/>
          </a:xfrm>
          <a:prstGeom prst="rect">
            <a:avLst/>
          </a:prstGeom>
        </p:spPr>
        <p:txBody>
          <a:bodyPr anchorCtr="0" anchor="ctr" bIns="0" lIns="0" spcFirstLastPara="1" rIns="0" wrap="square" tIns="0">
            <a:noAutofit/>
          </a:bodyPr>
          <a:lstStyle>
            <a:lvl1pPr lvl="0">
              <a:lnSpc>
                <a:spcPct val="115000"/>
              </a:lnSpc>
              <a:spcBef>
                <a:spcPts val="0"/>
              </a:spcBef>
              <a:spcAft>
                <a:spcPts val="0"/>
              </a:spcAft>
              <a:buNone/>
              <a:defRPr>
                <a:latin typeface="Playfair Display"/>
                <a:ea typeface="Playfair Display"/>
                <a:cs typeface="Playfair Display"/>
                <a:sym typeface="Playfair Display"/>
              </a:defRPr>
            </a:lvl1pPr>
            <a:lvl2pPr lvl="1">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2pPr>
            <a:lvl3pPr lvl="2">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3pPr>
            <a:lvl4pPr lvl="3">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4pPr>
            <a:lvl5pPr lvl="4">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5pPr>
            <a:lvl6pPr lvl="5">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6pPr>
            <a:lvl7pPr lvl="6">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7pPr>
            <a:lvl8pPr lvl="7">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8pPr>
            <a:lvl9pPr lvl="8">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9pPr>
          </a:lstStyle>
          <a:p/>
        </p:txBody>
      </p:sp>
      <p:sp>
        <p:nvSpPr>
          <p:cNvPr id="148" name="Google Shape;148;p14"/>
          <p:cNvSpPr/>
          <p:nvPr>
            <p:ph idx="13" type="pic"/>
          </p:nvPr>
        </p:nvSpPr>
        <p:spPr>
          <a:xfrm>
            <a:off x="-74" y="3991500"/>
            <a:ext cx="2266200" cy="1152000"/>
          </a:xfrm>
          <a:prstGeom prst="rect">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display 2">
  <p:cSld name="CUSTOM_1_1">
    <p:spTree>
      <p:nvGrpSpPr>
        <p:cNvPr id="149" name="Shape 149"/>
        <p:cNvGrpSpPr/>
        <p:nvPr/>
      </p:nvGrpSpPr>
      <p:grpSpPr>
        <a:xfrm>
          <a:off x="0" y="0"/>
          <a:ext cx="0" cy="0"/>
          <a:chOff x="0" y="0"/>
          <a:chExt cx="0" cy="0"/>
        </a:xfrm>
      </p:grpSpPr>
      <p:sp>
        <p:nvSpPr>
          <p:cNvPr id="150" name="Google Shape;150;p15"/>
          <p:cNvSpPr txBox="1"/>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sz="800">
                <a:latin typeface="Lato"/>
                <a:ea typeface="Lato"/>
                <a:cs typeface="Lato"/>
                <a:sym typeface="Lato"/>
              </a:rPr>
              <a:t>‹#›</a:t>
            </a:fld>
            <a:endParaRPr sz="800">
              <a:latin typeface="Lato"/>
              <a:ea typeface="Lato"/>
              <a:cs typeface="Lato"/>
              <a:sym typeface="Lato"/>
            </a:endParaRPr>
          </a:p>
        </p:txBody>
      </p:sp>
      <p:sp>
        <p:nvSpPr>
          <p:cNvPr id="151" name="Google Shape;151;p15"/>
          <p:cNvSpPr txBox="1"/>
          <p:nvPr>
            <p:ph type="title"/>
          </p:nvPr>
        </p:nvSpPr>
        <p:spPr>
          <a:xfrm>
            <a:off x="837250" y="457200"/>
            <a:ext cx="6885600" cy="3879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152" name="Google Shape;152;p15"/>
          <p:cNvSpPr txBox="1"/>
          <p:nvPr>
            <p:ph idx="1" type="subTitle"/>
          </p:nvPr>
        </p:nvSpPr>
        <p:spPr>
          <a:xfrm>
            <a:off x="276075" y="1194000"/>
            <a:ext cx="4992600" cy="5340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a:latin typeface="Playfair Display Medium"/>
                <a:ea typeface="Playfair Display Medium"/>
                <a:cs typeface="Playfair Display Medium"/>
                <a:sym typeface="Playfair Display Medium"/>
              </a:defRPr>
            </a:lvl1pPr>
            <a:lvl2pPr lvl="1">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2pPr>
            <a:lvl3pPr lvl="2">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3pPr>
            <a:lvl4pPr lvl="3">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4pPr>
            <a:lvl5pPr lvl="4">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5pPr>
            <a:lvl6pPr lvl="5">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6pPr>
            <a:lvl7pPr lvl="6">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7pPr>
            <a:lvl8pPr lvl="7">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8pPr>
            <a:lvl9pPr lvl="8">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9pPr>
          </a:lstStyle>
          <a:p/>
        </p:txBody>
      </p:sp>
      <p:sp>
        <p:nvSpPr>
          <p:cNvPr id="153" name="Google Shape;153;p15"/>
          <p:cNvSpPr txBox="1"/>
          <p:nvPr>
            <p:ph idx="2" type="subTitle"/>
          </p:nvPr>
        </p:nvSpPr>
        <p:spPr>
          <a:xfrm>
            <a:off x="276075" y="520738"/>
            <a:ext cx="336000" cy="226500"/>
          </a:xfrm>
          <a:prstGeom prst="rect">
            <a:avLst/>
          </a:prstGeom>
        </p:spPr>
        <p:txBody>
          <a:bodyPr anchorCtr="0" anchor="ctr" bIns="0" lIns="0" spcFirstLastPara="1" rIns="0" wrap="square" tIns="0">
            <a:noAutofit/>
          </a:bodyPr>
          <a:lstStyle>
            <a:lvl1pPr lvl="0">
              <a:lnSpc>
                <a:spcPct val="115000"/>
              </a:lnSpc>
              <a:spcBef>
                <a:spcPts val="0"/>
              </a:spcBef>
              <a:spcAft>
                <a:spcPts val="0"/>
              </a:spcAft>
              <a:buNone/>
              <a:defRPr>
                <a:latin typeface="Playfair Display"/>
                <a:ea typeface="Playfair Display"/>
                <a:cs typeface="Playfair Display"/>
                <a:sym typeface="Playfair Display"/>
              </a:defRPr>
            </a:lvl1pPr>
            <a:lvl2pPr lvl="1">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2pPr>
            <a:lvl3pPr lvl="2">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3pPr>
            <a:lvl4pPr lvl="3">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4pPr>
            <a:lvl5pPr lvl="4">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5pPr>
            <a:lvl6pPr lvl="5">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6pPr>
            <a:lvl7pPr lvl="6">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7pPr>
            <a:lvl8pPr lvl="7">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8pPr>
            <a:lvl9pPr lvl="8">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9pPr>
          </a:lstStyle>
          <a:p/>
        </p:txBody>
      </p:sp>
      <p:sp>
        <p:nvSpPr>
          <p:cNvPr id="154" name="Google Shape;154;p15"/>
          <p:cNvSpPr txBox="1"/>
          <p:nvPr>
            <p:ph idx="3"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155" name="Google Shape;155;p15"/>
          <p:cNvSpPr txBox="1"/>
          <p:nvPr>
            <p:ph idx="4" type="body"/>
          </p:nvPr>
        </p:nvSpPr>
        <p:spPr>
          <a:xfrm>
            <a:off x="276075" y="4018238"/>
            <a:ext cx="2463300" cy="6885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800"/>
              </a:spcBef>
              <a:spcAft>
                <a:spcPts val="0"/>
              </a:spcAft>
              <a:buClr>
                <a:schemeClr val="lt1"/>
              </a:buClr>
              <a:buSzPts val="1000"/>
              <a:buFont typeface="Lato"/>
              <a:buChar char="○"/>
              <a:defRPr sz="1000"/>
            </a:lvl2pPr>
            <a:lvl3pPr indent="-292100" lvl="2" marL="1371600">
              <a:spcBef>
                <a:spcPts val="800"/>
              </a:spcBef>
              <a:spcAft>
                <a:spcPts val="0"/>
              </a:spcAft>
              <a:buClr>
                <a:schemeClr val="lt1"/>
              </a:buClr>
              <a:buSzPts val="1000"/>
              <a:buFont typeface="Lato"/>
              <a:buChar char="■"/>
              <a:defRPr sz="1000"/>
            </a:lvl3pPr>
            <a:lvl4pPr indent="-292100" lvl="3" marL="1828800">
              <a:spcBef>
                <a:spcPts val="800"/>
              </a:spcBef>
              <a:spcAft>
                <a:spcPts val="0"/>
              </a:spcAft>
              <a:buClr>
                <a:schemeClr val="lt1"/>
              </a:buClr>
              <a:buSzPts val="1000"/>
              <a:buFont typeface="Lato"/>
              <a:buChar char="●"/>
              <a:defRPr sz="1000"/>
            </a:lvl4pPr>
            <a:lvl5pPr indent="-292100" lvl="4" marL="2286000">
              <a:spcBef>
                <a:spcPts val="800"/>
              </a:spcBef>
              <a:spcAft>
                <a:spcPts val="0"/>
              </a:spcAft>
              <a:buClr>
                <a:schemeClr val="lt1"/>
              </a:buClr>
              <a:buSzPts val="1000"/>
              <a:buFont typeface="Lato"/>
              <a:buChar char="○"/>
              <a:defRPr sz="1000"/>
            </a:lvl5pPr>
            <a:lvl6pPr indent="-292100" lvl="5" marL="2743200">
              <a:spcBef>
                <a:spcPts val="800"/>
              </a:spcBef>
              <a:spcAft>
                <a:spcPts val="0"/>
              </a:spcAft>
              <a:buClr>
                <a:schemeClr val="lt1"/>
              </a:buClr>
              <a:buSzPts val="1000"/>
              <a:buFont typeface="Lato"/>
              <a:buChar char="■"/>
              <a:defRPr sz="1000"/>
            </a:lvl6pPr>
            <a:lvl7pPr indent="-292100" lvl="6" marL="3200400">
              <a:spcBef>
                <a:spcPts val="800"/>
              </a:spcBef>
              <a:spcAft>
                <a:spcPts val="0"/>
              </a:spcAft>
              <a:buClr>
                <a:schemeClr val="lt1"/>
              </a:buClr>
              <a:buSzPts val="1000"/>
              <a:buFont typeface="Lato"/>
              <a:buChar char="●"/>
              <a:defRPr sz="1000"/>
            </a:lvl7pPr>
            <a:lvl8pPr indent="-292100" lvl="7" marL="3657600">
              <a:spcBef>
                <a:spcPts val="800"/>
              </a:spcBef>
              <a:spcAft>
                <a:spcPts val="0"/>
              </a:spcAft>
              <a:buClr>
                <a:schemeClr val="lt1"/>
              </a:buClr>
              <a:buSzPts val="1000"/>
              <a:buFont typeface="Lato"/>
              <a:buChar char="○"/>
              <a:defRPr sz="1000"/>
            </a:lvl8pPr>
            <a:lvl9pPr indent="-292100" lvl="8" marL="4114800">
              <a:spcBef>
                <a:spcPts val="800"/>
              </a:spcBef>
              <a:spcAft>
                <a:spcPts val="800"/>
              </a:spcAft>
              <a:buClr>
                <a:schemeClr val="lt1"/>
              </a:buClr>
              <a:buSzPts val="1000"/>
              <a:buFont typeface="Lato"/>
              <a:buChar char="■"/>
              <a:defRPr sz="1000"/>
            </a:lvl9pPr>
          </a:lstStyle>
          <a:p/>
        </p:txBody>
      </p:sp>
      <p:sp>
        <p:nvSpPr>
          <p:cNvPr id="156" name="Google Shape;156;p15"/>
          <p:cNvSpPr txBox="1"/>
          <p:nvPr>
            <p:ph idx="5" type="subTitle"/>
          </p:nvPr>
        </p:nvSpPr>
        <p:spPr>
          <a:xfrm>
            <a:off x="276075" y="3759625"/>
            <a:ext cx="2463300" cy="1494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lnSpc>
                <a:spcPct val="115000"/>
              </a:lnSpc>
              <a:spcBef>
                <a:spcPts val="0"/>
              </a:spcBef>
              <a:spcAft>
                <a:spcPts val="0"/>
              </a:spcAft>
              <a:buSzPts val="1000"/>
              <a:buNone/>
              <a:defRPr sz="1000"/>
            </a:lvl2pPr>
            <a:lvl3pPr lvl="2">
              <a:lnSpc>
                <a:spcPct val="115000"/>
              </a:lnSpc>
              <a:spcBef>
                <a:spcPts val="0"/>
              </a:spcBef>
              <a:spcAft>
                <a:spcPts val="0"/>
              </a:spcAft>
              <a:buSzPts val="1000"/>
              <a:buNone/>
              <a:defRPr sz="1000"/>
            </a:lvl3pPr>
            <a:lvl4pPr lvl="3">
              <a:lnSpc>
                <a:spcPct val="115000"/>
              </a:lnSpc>
              <a:spcBef>
                <a:spcPts val="0"/>
              </a:spcBef>
              <a:spcAft>
                <a:spcPts val="0"/>
              </a:spcAft>
              <a:buSzPts val="1000"/>
              <a:buNone/>
              <a:defRPr sz="1000"/>
            </a:lvl4pPr>
            <a:lvl5pPr lvl="4">
              <a:lnSpc>
                <a:spcPct val="115000"/>
              </a:lnSpc>
              <a:spcBef>
                <a:spcPts val="0"/>
              </a:spcBef>
              <a:spcAft>
                <a:spcPts val="0"/>
              </a:spcAft>
              <a:buSzPts val="1000"/>
              <a:buNone/>
              <a:defRPr sz="1000"/>
            </a:lvl5pPr>
            <a:lvl6pPr lvl="5">
              <a:lnSpc>
                <a:spcPct val="115000"/>
              </a:lnSpc>
              <a:spcBef>
                <a:spcPts val="0"/>
              </a:spcBef>
              <a:spcAft>
                <a:spcPts val="0"/>
              </a:spcAft>
              <a:buSzPts val="1000"/>
              <a:buNone/>
              <a:defRPr sz="1000"/>
            </a:lvl6pPr>
            <a:lvl7pPr lvl="6">
              <a:lnSpc>
                <a:spcPct val="115000"/>
              </a:lnSpc>
              <a:spcBef>
                <a:spcPts val="0"/>
              </a:spcBef>
              <a:spcAft>
                <a:spcPts val="0"/>
              </a:spcAft>
              <a:buSzPts val="1000"/>
              <a:buNone/>
              <a:defRPr sz="1000"/>
            </a:lvl7pPr>
            <a:lvl8pPr lvl="7">
              <a:lnSpc>
                <a:spcPct val="115000"/>
              </a:lnSpc>
              <a:spcBef>
                <a:spcPts val="0"/>
              </a:spcBef>
              <a:spcAft>
                <a:spcPts val="0"/>
              </a:spcAft>
              <a:buSzPts val="1000"/>
              <a:buNone/>
              <a:defRPr sz="1000"/>
            </a:lvl8pPr>
            <a:lvl9pPr lvl="8">
              <a:lnSpc>
                <a:spcPct val="115000"/>
              </a:lnSpc>
              <a:spcBef>
                <a:spcPts val="0"/>
              </a:spcBef>
              <a:spcAft>
                <a:spcPts val="0"/>
              </a:spcAft>
              <a:buSzPts val="1000"/>
              <a:buNone/>
              <a:defRPr sz="1000"/>
            </a:lvl9pPr>
          </a:lstStyle>
          <a:p/>
        </p:txBody>
      </p:sp>
      <p:sp>
        <p:nvSpPr>
          <p:cNvPr id="157" name="Google Shape;157;p15"/>
          <p:cNvSpPr txBox="1"/>
          <p:nvPr>
            <p:ph idx="6" type="body"/>
          </p:nvPr>
        </p:nvSpPr>
        <p:spPr>
          <a:xfrm>
            <a:off x="3074775" y="4018238"/>
            <a:ext cx="2463300" cy="6885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800"/>
              </a:spcBef>
              <a:spcAft>
                <a:spcPts val="0"/>
              </a:spcAft>
              <a:buClr>
                <a:schemeClr val="lt1"/>
              </a:buClr>
              <a:buSzPts val="1000"/>
              <a:buFont typeface="Lato"/>
              <a:buChar char="○"/>
              <a:defRPr sz="1000"/>
            </a:lvl2pPr>
            <a:lvl3pPr indent="-292100" lvl="2" marL="1371600">
              <a:spcBef>
                <a:spcPts val="800"/>
              </a:spcBef>
              <a:spcAft>
                <a:spcPts val="0"/>
              </a:spcAft>
              <a:buClr>
                <a:schemeClr val="lt1"/>
              </a:buClr>
              <a:buSzPts val="1000"/>
              <a:buFont typeface="Lato"/>
              <a:buChar char="■"/>
              <a:defRPr sz="1000"/>
            </a:lvl3pPr>
            <a:lvl4pPr indent="-292100" lvl="3" marL="1828800">
              <a:spcBef>
                <a:spcPts val="800"/>
              </a:spcBef>
              <a:spcAft>
                <a:spcPts val="0"/>
              </a:spcAft>
              <a:buClr>
                <a:schemeClr val="lt1"/>
              </a:buClr>
              <a:buSzPts val="1000"/>
              <a:buFont typeface="Lato"/>
              <a:buChar char="●"/>
              <a:defRPr sz="1000"/>
            </a:lvl4pPr>
            <a:lvl5pPr indent="-292100" lvl="4" marL="2286000">
              <a:spcBef>
                <a:spcPts val="800"/>
              </a:spcBef>
              <a:spcAft>
                <a:spcPts val="0"/>
              </a:spcAft>
              <a:buClr>
                <a:schemeClr val="lt1"/>
              </a:buClr>
              <a:buSzPts val="1000"/>
              <a:buFont typeface="Lato"/>
              <a:buChar char="○"/>
              <a:defRPr sz="1000"/>
            </a:lvl5pPr>
            <a:lvl6pPr indent="-292100" lvl="5" marL="2743200">
              <a:spcBef>
                <a:spcPts val="800"/>
              </a:spcBef>
              <a:spcAft>
                <a:spcPts val="0"/>
              </a:spcAft>
              <a:buClr>
                <a:schemeClr val="lt1"/>
              </a:buClr>
              <a:buSzPts val="1000"/>
              <a:buFont typeface="Lato"/>
              <a:buChar char="■"/>
              <a:defRPr sz="1000"/>
            </a:lvl6pPr>
            <a:lvl7pPr indent="-292100" lvl="6" marL="3200400">
              <a:spcBef>
                <a:spcPts val="800"/>
              </a:spcBef>
              <a:spcAft>
                <a:spcPts val="0"/>
              </a:spcAft>
              <a:buClr>
                <a:schemeClr val="lt1"/>
              </a:buClr>
              <a:buSzPts val="1000"/>
              <a:buFont typeface="Lato"/>
              <a:buChar char="●"/>
              <a:defRPr sz="1000"/>
            </a:lvl7pPr>
            <a:lvl8pPr indent="-292100" lvl="7" marL="3657600">
              <a:spcBef>
                <a:spcPts val="800"/>
              </a:spcBef>
              <a:spcAft>
                <a:spcPts val="0"/>
              </a:spcAft>
              <a:buClr>
                <a:schemeClr val="lt1"/>
              </a:buClr>
              <a:buSzPts val="1000"/>
              <a:buFont typeface="Lato"/>
              <a:buChar char="○"/>
              <a:defRPr sz="1000"/>
            </a:lvl8pPr>
            <a:lvl9pPr indent="-292100" lvl="8" marL="4114800">
              <a:spcBef>
                <a:spcPts val="800"/>
              </a:spcBef>
              <a:spcAft>
                <a:spcPts val="800"/>
              </a:spcAft>
              <a:buClr>
                <a:schemeClr val="lt1"/>
              </a:buClr>
              <a:buSzPts val="1000"/>
              <a:buFont typeface="Lato"/>
              <a:buChar char="■"/>
              <a:defRPr sz="1000"/>
            </a:lvl9pPr>
          </a:lstStyle>
          <a:p/>
        </p:txBody>
      </p:sp>
      <p:sp>
        <p:nvSpPr>
          <p:cNvPr id="158" name="Google Shape;158;p15"/>
          <p:cNvSpPr txBox="1"/>
          <p:nvPr>
            <p:ph idx="7" type="subTitle"/>
          </p:nvPr>
        </p:nvSpPr>
        <p:spPr>
          <a:xfrm>
            <a:off x="3074775" y="3759625"/>
            <a:ext cx="2463300" cy="1494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lnSpc>
                <a:spcPct val="115000"/>
              </a:lnSpc>
              <a:spcBef>
                <a:spcPts val="0"/>
              </a:spcBef>
              <a:spcAft>
                <a:spcPts val="0"/>
              </a:spcAft>
              <a:buSzPts val="1000"/>
              <a:buNone/>
              <a:defRPr sz="1000"/>
            </a:lvl2pPr>
            <a:lvl3pPr lvl="2">
              <a:lnSpc>
                <a:spcPct val="115000"/>
              </a:lnSpc>
              <a:spcBef>
                <a:spcPts val="0"/>
              </a:spcBef>
              <a:spcAft>
                <a:spcPts val="0"/>
              </a:spcAft>
              <a:buSzPts val="1000"/>
              <a:buNone/>
              <a:defRPr sz="1000"/>
            </a:lvl3pPr>
            <a:lvl4pPr lvl="3">
              <a:lnSpc>
                <a:spcPct val="115000"/>
              </a:lnSpc>
              <a:spcBef>
                <a:spcPts val="0"/>
              </a:spcBef>
              <a:spcAft>
                <a:spcPts val="0"/>
              </a:spcAft>
              <a:buSzPts val="1000"/>
              <a:buNone/>
              <a:defRPr sz="1000"/>
            </a:lvl4pPr>
            <a:lvl5pPr lvl="4">
              <a:lnSpc>
                <a:spcPct val="115000"/>
              </a:lnSpc>
              <a:spcBef>
                <a:spcPts val="0"/>
              </a:spcBef>
              <a:spcAft>
                <a:spcPts val="0"/>
              </a:spcAft>
              <a:buSzPts val="1000"/>
              <a:buNone/>
              <a:defRPr sz="1000"/>
            </a:lvl5pPr>
            <a:lvl6pPr lvl="5">
              <a:lnSpc>
                <a:spcPct val="115000"/>
              </a:lnSpc>
              <a:spcBef>
                <a:spcPts val="0"/>
              </a:spcBef>
              <a:spcAft>
                <a:spcPts val="0"/>
              </a:spcAft>
              <a:buSzPts val="1000"/>
              <a:buNone/>
              <a:defRPr sz="1000"/>
            </a:lvl6pPr>
            <a:lvl7pPr lvl="6">
              <a:lnSpc>
                <a:spcPct val="115000"/>
              </a:lnSpc>
              <a:spcBef>
                <a:spcPts val="0"/>
              </a:spcBef>
              <a:spcAft>
                <a:spcPts val="0"/>
              </a:spcAft>
              <a:buSzPts val="1000"/>
              <a:buNone/>
              <a:defRPr sz="1000"/>
            </a:lvl7pPr>
            <a:lvl8pPr lvl="7">
              <a:lnSpc>
                <a:spcPct val="115000"/>
              </a:lnSpc>
              <a:spcBef>
                <a:spcPts val="0"/>
              </a:spcBef>
              <a:spcAft>
                <a:spcPts val="0"/>
              </a:spcAft>
              <a:buSzPts val="1000"/>
              <a:buNone/>
              <a:defRPr sz="1000"/>
            </a:lvl8pPr>
            <a:lvl9pPr lvl="8">
              <a:lnSpc>
                <a:spcPct val="115000"/>
              </a:lnSpc>
              <a:spcBef>
                <a:spcPts val="0"/>
              </a:spcBef>
              <a:spcAft>
                <a:spcPts val="0"/>
              </a:spcAft>
              <a:buSzPts val="1000"/>
              <a:buNone/>
              <a:defRPr sz="1000"/>
            </a:lvl9pPr>
          </a:lstStyle>
          <a:p/>
        </p:txBody>
      </p:sp>
      <p:sp>
        <p:nvSpPr>
          <p:cNvPr id="159" name="Google Shape;159;p15"/>
          <p:cNvSpPr txBox="1"/>
          <p:nvPr>
            <p:ph idx="8" type="body"/>
          </p:nvPr>
        </p:nvSpPr>
        <p:spPr>
          <a:xfrm>
            <a:off x="5873475" y="4018238"/>
            <a:ext cx="2463300" cy="6885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800"/>
              </a:spcBef>
              <a:spcAft>
                <a:spcPts val="0"/>
              </a:spcAft>
              <a:buClr>
                <a:schemeClr val="lt1"/>
              </a:buClr>
              <a:buSzPts val="1000"/>
              <a:buFont typeface="Lato"/>
              <a:buChar char="○"/>
              <a:defRPr sz="1000"/>
            </a:lvl2pPr>
            <a:lvl3pPr indent="-292100" lvl="2" marL="1371600">
              <a:spcBef>
                <a:spcPts val="800"/>
              </a:spcBef>
              <a:spcAft>
                <a:spcPts val="0"/>
              </a:spcAft>
              <a:buClr>
                <a:schemeClr val="lt1"/>
              </a:buClr>
              <a:buSzPts val="1000"/>
              <a:buFont typeface="Lato"/>
              <a:buChar char="■"/>
              <a:defRPr sz="1000"/>
            </a:lvl3pPr>
            <a:lvl4pPr indent="-292100" lvl="3" marL="1828800">
              <a:spcBef>
                <a:spcPts val="800"/>
              </a:spcBef>
              <a:spcAft>
                <a:spcPts val="0"/>
              </a:spcAft>
              <a:buClr>
                <a:schemeClr val="lt1"/>
              </a:buClr>
              <a:buSzPts val="1000"/>
              <a:buFont typeface="Lato"/>
              <a:buChar char="●"/>
              <a:defRPr sz="1000"/>
            </a:lvl4pPr>
            <a:lvl5pPr indent="-292100" lvl="4" marL="2286000">
              <a:spcBef>
                <a:spcPts val="800"/>
              </a:spcBef>
              <a:spcAft>
                <a:spcPts val="0"/>
              </a:spcAft>
              <a:buClr>
                <a:schemeClr val="lt1"/>
              </a:buClr>
              <a:buSzPts val="1000"/>
              <a:buFont typeface="Lato"/>
              <a:buChar char="○"/>
              <a:defRPr sz="1000"/>
            </a:lvl5pPr>
            <a:lvl6pPr indent="-292100" lvl="5" marL="2743200">
              <a:spcBef>
                <a:spcPts val="800"/>
              </a:spcBef>
              <a:spcAft>
                <a:spcPts val="0"/>
              </a:spcAft>
              <a:buClr>
                <a:schemeClr val="lt1"/>
              </a:buClr>
              <a:buSzPts val="1000"/>
              <a:buFont typeface="Lato"/>
              <a:buChar char="■"/>
              <a:defRPr sz="1000"/>
            </a:lvl6pPr>
            <a:lvl7pPr indent="-292100" lvl="6" marL="3200400">
              <a:spcBef>
                <a:spcPts val="800"/>
              </a:spcBef>
              <a:spcAft>
                <a:spcPts val="0"/>
              </a:spcAft>
              <a:buClr>
                <a:schemeClr val="lt1"/>
              </a:buClr>
              <a:buSzPts val="1000"/>
              <a:buFont typeface="Lato"/>
              <a:buChar char="●"/>
              <a:defRPr sz="1000"/>
            </a:lvl7pPr>
            <a:lvl8pPr indent="-292100" lvl="7" marL="3657600">
              <a:spcBef>
                <a:spcPts val="800"/>
              </a:spcBef>
              <a:spcAft>
                <a:spcPts val="0"/>
              </a:spcAft>
              <a:buClr>
                <a:schemeClr val="lt1"/>
              </a:buClr>
              <a:buSzPts val="1000"/>
              <a:buFont typeface="Lato"/>
              <a:buChar char="○"/>
              <a:defRPr sz="1000"/>
            </a:lvl8pPr>
            <a:lvl9pPr indent="-292100" lvl="8" marL="4114800">
              <a:spcBef>
                <a:spcPts val="800"/>
              </a:spcBef>
              <a:spcAft>
                <a:spcPts val="800"/>
              </a:spcAft>
              <a:buClr>
                <a:schemeClr val="lt1"/>
              </a:buClr>
              <a:buSzPts val="1000"/>
              <a:buFont typeface="Lato"/>
              <a:buChar char="■"/>
              <a:defRPr sz="1000"/>
            </a:lvl9pPr>
          </a:lstStyle>
          <a:p/>
        </p:txBody>
      </p:sp>
      <p:sp>
        <p:nvSpPr>
          <p:cNvPr id="160" name="Google Shape;160;p15"/>
          <p:cNvSpPr txBox="1"/>
          <p:nvPr>
            <p:ph idx="9" type="subTitle"/>
          </p:nvPr>
        </p:nvSpPr>
        <p:spPr>
          <a:xfrm>
            <a:off x="5873475" y="3759625"/>
            <a:ext cx="2463300" cy="1494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lnSpc>
                <a:spcPct val="115000"/>
              </a:lnSpc>
              <a:spcBef>
                <a:spcPts val="0"/>
              </a:spcBef>
              <a:spcAft>
                <a:spcPts val="0"/>
              </a:spcAft>
              <a:buSzPts val="1000"/>
              <a:buNone/>
              <a:defRPr sz="1000"/>
            </a:lvl2pPr>
            <a:lvl3pPr lvl="2">
              <a:lnSpc>
                <a:spcPct val="115000"/>
              </a:lnSpc>
              <a:spcBef>
                <a:spcPts val="0"/>
              </a:spcBef>
              <a:spcAft>
                <a:spcPts val="0"/>
              </a:spcAft>
              <a:buSzPts val="1000"/>
              <a:buNone/>
              <a:defRPr sz="1000"/>
            </a:lvl3pPr>
            <a:lvl4pPr lvl="3">
              <a:lnSpc>
                <a:spcPct val="115000"/>
              </a:lnSpc>
              <a:spcBef>
                <a:spcPts val="0"/>
              </a:spcBef>
              <a:spcAft>
                <a:spcPts val="0"/>
              </a:spcAft>
              <a:buSzPts val="1000"/>
              <a:buNone/>
              <a:defRPr sz="1000"/>
            </a:lvl4pPr>
            <a:lvl5pPr lvl="4">
              <a:lnSpc>
                <a:spcPct val="115000"/>
              </a:lnSpc>
              <a:spcBef>
                <a:spcPts val="0"/>
              </a:spcBef>
              <a:spcAft>
                <a:spcPts val="0"/>
              </a:spcAft>
              <a:buSzPts val="1000"/>
              <a:buNone/>
              <a:defRPr sz="1000"/>
            </a:lvl5pPr>
            <a:lvl6pPr lvl="5">
              <a:lnSpc>
                <a:spcPct val="115000"/>
              </a:lnSpc>
              <a:spcBef>
                <a:spcPts val="0"/>
              </a:spcBef>
              <a:spcAft>
                <a:spcPts val="0"/>
              </a:spcAft>
              <a:buSzPts val="1000"/>
              <a:buNone/>
              <a:defRPr sz="1000"/>
            </a:lvl6pPr>
            <a:lvl7pPr lvl="6">
              <a:lnSpc>
                <a:spcPct val="115000"/>
              </a:lnSpc>
              <a:spcBef>
                <a:spcPts val="0"/>
              </a:spcBef>
              <a:spcAft>
                <a:spcPts val="0"/>
              </a:spcAft>
              <a:buSzPts val="1000"/>
              <a:buNone/>
              <a:defRPr sz="1000"/>
            </a:lvl7pPr>
            <a:lvl8pPr lvl="7">
              <a:lnSpc>
                <a:spcPct val="115000"/>
              </a:lnSpc>
              <a:spcBef>
                <a:spcPts val="0"/>
              </a:spcBef>
              <a:spcAft>
                <a:spcPts val="0"/>
              </a:spcAft>
              <a:buSzPts val="1000"/>
              <a:buNone/>
              <a:defRPr sz="1000"/>
            </a:lvl8pPr>
            <a:lvl9pPr lvl="8">
              <a:lnSpc>
                <a:spcPct val="115000"/>
              </a:lnSpc>
              <a:spcBef>
                <a:spcPts val="0"/>
              </a:spcBef>
              <a:spcAft>
                <a:spcPts val="0"/>
              </a:spcAft>
              <a:buSzPts val="1000"/>
              <a:buNone/>
              <a:defRPr sz="1000"/>
            </a:lvl9pPr>
          </a:lstStyle>
          <a:p/>
        </p:txBody>
      </p:sp>
      <p:sp>
        <p:nvSpPr>
          <p:cNvPr id="161" name="Google Shape;161;p15"/>
          <p:cNvSpPr/>
          <p:nvPr>
            <p:ph idx="13" type="pic"/>
          </p:nvPr>
        </p:nvSpPr>
        <p:spPr>
          <a:xfrm>
            <a:off x="276075" y="2076900"/>
            <a:ext cx="2463300" cy="1570200"/>
          </a:xfrm>
          <a:prstGeom prst="rect">
            <a:avLst/>
          </a:prstGeom>
          <a:noFill/>
          <a:ln>
            <a:noFill/>
          </a:ln>
        </p:spPr>
      </p:sp>
      <p:sp>
        <p:nvSpPr>
          <p:cNvPr id="162" name="Google Shape;162;p15"/>
          <p:cNvSpPr/>
          <p:nvPr>
            <p:ph idx="14" type="pic"/>
          </p:nvPr>
        </p:nvSpPr>
        <p:spPr>
          <a:xfrm>
            <a:off x="3074775" y="2076900"/>
            <a:ext cx="2463300" cy="1570200"/>
          </a:xfrm>
          <a:prstGeom prst="rect">
            <a:avLst/>
          </a:prstGeom>
          <a:noFill/>
          <a:ln>
            <a:noFill/>
          </a:ln>
        </p:spPr>
      </p:sp>
      <p:sp>
        <p:nvSpPr>
          <p:cNvPr id="163" name="Google Shape;163;p15"/>
          <p:cNvSpPr/>
          <p:nvPr>
            <p:ph idx="15" type="pic"/>
          </p:nvPr>
        </p:nvSpPr>
        <p:spPr>
          <a:xfrm>
            <a:off x="5873475" y="2073688"/>
            <a:ext cx="2463300" cy="1570200"/>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display 3">
  <p:cSld name="CUSTOM_1_1_1">
    <p:spTree>
      <p:nvGrpSpPr>
        <p:cNvPr id="164" name="Shape 164"/>
        <p:cNvGrpSpPr/>
        <p:nvPr/>
      </p:nvGrpSpPr>
      <p:grpSpPr>
        <a:xfrm>
          <a:off x="0" y="0"/>
          <a:ext cx="0" cy="0"/>
          <a:chOff x="0" y="0"/>
          <a:chExt cx="0" cy="0"/>
        </a:xfrm>
      </p:grpSpPr>
      <p:sp>
        <p:nvSpPr>
          <p:cNvPr id="165" name="Google Shape;165;p16"/>
          <p:cNvSpPr txBox="1"/>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sz="800">
                <a:latin typeface="Lato"/>
                <a:ea typeface="Lato"/>
                <a:cs typeface="Lato"/>
                <a:sym typeface="Lato"/>
              </a:rPr>
              <a:t>‹#›</a:t>
            </a:fld>
            <a:endParaRPr sz="800">
              <a:latin typeface="Lato"/>
              <a:ea typeface="Lato"/>
              <a:cs typeface="Lato"/>
              <a:sym typeface="Lato"/>
            </a:endParaRPr>
          </a:p>
        </p:txBody>
      </p:sp>
      <p:sp>
        <p:nvSpPr>
          <p:cNvPr id="166" name="Google Shape;166;p16"/>
          <p:cNvSpPr txBox="1"/>
          <p:nvPr>
            <p:ph type="title"/>
          </p:nvPr>
        </p:nvSpPr>
        <p:spPr>
          <a:xfrm>
            <a:off x="837250" y="457200"/>
            <a:ext cx="6885600" cy="3879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167" name="Google Shape;167;p16"/>
          <p:cNvSpPr txBox="1"/>
          <p:nvPr>
            <p:ph idx="1" type="subTitle"/>
          </p:nvPr>
        </p:nvSpPr>
        <p:spPr>
          <a:xfrm>
            <a:off x="276075" y="520738"/>
            <a:ext cx="336000" cy="226500"/>
          </a:xfrm>
          <a:prstGeom prst="rect">
            <a:avLst/>
          </a:prstGeom>
        </p:spPr>
        <p:txBody>
          <a:bodyPr anchorCtr="0" anchor="ctr" bIns="0" lIns="0" spcFirstLastPara="1" rIns="0" wrap="square" tIns="0">
            <a:noAutofit/>
          </a:bodyPr>
          <a:lstStyle>
            <a:lvl1pPr lvl="0">
              <a:lnSpc>
                <a:spcPct val="115000"/>
              </a:lnSpc>
              <a:spcBef>
                <a:spcPts val="0"/>
              </a:spcBef>
              <a:spcAft>
                <a:spcPts val="0"/>
              </a:spcAft>
              <a:buNone/>
              <a:defRPr>
                <a:latin typeface="Playfair Display"/>
                <a:ea typeface="Playfair Display"/>
                <a:cs typeface="Playfair Display"/>
                <a:sym typeface="Playfair Display"/>
              </a:defRPr>
            </a:lvl1pPr>
            <a:lvl2pPr lvl="1">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2pPr>
            <a:lvl3pPr lvl="2">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3pPr>
            <a:lvl4pPr lvl="3">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4pPr>
            <a:lvl5pPr lvl="4">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5pPr>
            <a:lvl6pPr lvl="5">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6pPr>
            <a:lvl7pPr lvl="6">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7pPr>
            <a:lvl8pPr lvl="7">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8pPr>
            <a:lvl9pPr lvl="8">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9pPr>
          </a:lstStyle>
          <a:p/>
        </p:txBody>
      </p:sp>
      <p:sp>
        <p:nvSpPr>
          <p:cNvPr id="168" name="Google Shape;168;p16"/>
          <p:cNvSpPr txBox="1"/>
          <p:nvPr>
            <p:ph idx="2"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69" name="Shape 169"/>
        <p:cNvGrpSpPr/>
        <p:nvPr/>
      </p:nvGrpSpPr>
      <p:grpSpPr>
        <a:xfrm>
          <a:off x="0" y="0"/>
          <a:ext cx="0" cy="0"/>
          <a:chOff x="0" y="0"/>
          <a:chExt cx="0" cy="0"/>
        </a:xfrm>
      </p:grpSpPr>
      <p:sp>
        <p:nvSpPr>
          <p:cNvPr id="170" name="Google Shape;170;p1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5200"/>
              <a:buChar char="●"/>
              <a:defRPr sz="5200"/>
            </a:lvl1pPr>
            <a:lvl2pPr lvl="1" algn="ctr">
              <a:spcBef>
                <a:spcPts val="0"/>
              </a:spcBef>
              <a:spcAft>
                <a:spcPts val="0"/>
              </a:spcAft>
              <a:buSzPts val="5200"/>
              <a:buChar char="○"/>
              <a:defRPr sz="5200"/>
            </a:lvl2pPr>
            <a:lvl3pPr lvl="2" algn="ctr">
              <a:spcBef>
                <a:spcPts val="0"/>
              </a:spcBef>
              <a:spcAft>
                <a:spcPts val="0"/>
              </a:spcAft>
              <a:buSzPts val="5200"/>
              <a:buChar char="■"/>
              <a:defRPr sz="5200"/>
            </a:lvl3pPr>
            <a:lvl4pPr lvl="3" algn="ctr">
              <a:spcBef>
                <a:spcPts val="0"/>
              </a:spcBef>
              <a:spcAft>
                <a:spcPts val="0"/>
              </a:spcAft>
              <a:buSzPts val="5200"/>
              <a:buChar char="●"/>
              <a:defRPr sz="5200"/>
            </a:lvl4pPr>
            <a:lvl5pPr lvl="4" algn="ctr">
              <a:spcBef>
                <a:spcPts val="0"/>
              </a:spcBef>
              <a:spcAft>
                <a:spcPts val="0"/>
              </a:spcAft>
              <a:buSzPts val="5200"/>
              <a:buChar char="○"/>
              <a:defRPr sz="5200"/>
            </a:lvl5pPr>
            <a:lvl6pPr lvl="5" algn="ctr">
              <a:spcBef>
                <a:spcPts val="0"/>
              </a:spcBef>
              <a:spcAft>
                <a:spcPts val="0"/>
              </a:spcAft>
              <a:buSzPts val="5200"/>
              <a:buChar char="■"/>
              <a:defRPr sz="5200"/>
            </a:lvl6pPr>
            <a:lvl7pPr lvl="6" algn="ctr">
              <a:spcBef>
                <a:spcPts val="0"/>
              </a:spcBef>
              <a:spcAft>
                <a:spcPts val="0"/>
              </a:spcAft>
              <a:buSzPts val="5200"/>
              <a:buChar char="●"/>
              <a:defRPr sz="5200"/>
            </a:lvl7pPr>
            <a:lvl8pPr lvl="7" algn="ctr">
              <a:spcBef>
                <a:spcPts val="0"/>
              </a:spcBef>
              <a:spcAft>
                <a:spcPts val="0"/>
              </a:spcAft>
              <a:buSzPts val="5200"/>
              <a:buChar char="○"/>
              <a:defRPr sz="5200"/>
            </a:lvl8pPr>
            <a:lvl9pPr lvl="8" algn="ctr">
              <a:spcBef>
                <a:spcPts val="0"/>
              </a:spcBef>
              <a:spcAft>
                <a:spcPts val="0"/>
              </a:spcAft>
              <a:buSzPts val="5200"/>
              <a:buChar char="■"/>
              <a:defRPr sz="5200"/>
            </a:lvl9pPr>
          </a:lstStyle>
          <a:p/>
        </p:txBody>
      </p:sp>
      <p:sp>
        <p:nvSpPr>
          <p:cNvPr id="171" name="Google Shape;171;p17"/>
          <p:cNvSpPr txBox="1"/>
          <p:nvPr>
            <p:ph idx="1" type="subTitle"/>
          </p:nvPr>
        </p:nvSpPr>
        <p:spPr>
          <a:xfrm>
            <a:off x="311700" y="2834125"/>
            <a:ext cx="8520600" cy="792600"/>
          </a:xfrm>
          <a:prstGeom prst="rect">
            <a:avLst/>
          </a:prstGeom>
        </p:spPr>
        <p:txBody>
          <a:bodyPr anchorCtr="0" anchor="t" bIns="91425" lIns="0"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172" name="Shape 172"/>
        <p:cNvGrpSpPr/>
        <p:nvPr/>
      </p:nvGrpSpPr>
      <p:grpSpPr>
        <a:xfrm>
          <a:off x="0" y="0"/>
          <a:ext cx="0" cy="0"/>
          <a:chOff x="0" y="0"/>
          <a:chExt cx="0" cy="0"/>
        </a:xfrm>
      </p:grpSpPr>
      <p:sp>
        <p:nvSpPr>
          <p:cNvPr id="173" name="Google Shape;173;p1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3600"/>
              <a:buChar char="●"/>
              <a:defRPr sz="3600"/>
            </a:lvl1pPr>
            <a:lvl2pPr lvl="1" algn="ctr">
              <a:spcBef>
                <a:spcPts val="0"/>
              </a:spcBef>
              <a:spcAft>
                <a:spcPts val="0"/>
              </a:spcAft>
              <a:buSzPts val="3600"/>
              <a:buChar char="○"/>
              <a:defRPr sz="3600"/>
            </a:lvl2pPr>
            <a:lvl3pPr lvl="2" algn="ctr">
              <a:spcBef>
                <a:spcPts val="0"/>
              </a:spcBef>
              <a:spcAft>
                <a:spcPts val="0"/>
              </a:spcAft>
              <a:buSzPts val="3600"/>
              <a:buChar char="■"/>
              <a:defRPr sz="3600"/>
            </a:lvl3pPr>
            <a:lvl4pPr lvl="3" algn="ctr">
              <a:spcBef>
                <a:spcPts val="0"/>
              </a:spcBef>
              <a:spcAft>
                <a:spcPts val="0"/>
              </a:spcAft>
              <a:buSzPts val="3600"/>
              <a:buChar char="●"/>
              <a:defRPr sz="3600"/>
            </a:lvl4pPr>
            <a:lvl5pPr lvl="4" algn="ctr">
              <a:spcBef>
                <a:spcPts val="0"/>
              </a:spcBef>
              <a:spcAft>
                <a:spcPts val="0"/>
              </a:spcAft>
              <a:buSzPts val="3600"/>
              <a:buChar char="○"/>
              <a:defRPr sz="3600"/>
            </a:lvl5pPr>
            <a:lvl6pPr lvl="5" algn="ctr">
              <a:spcBef>
                <a:spcPts val="0"/>
              </a:spcBef>
              <a:spcAft>
                <a:spcPts val="0"/>
              </a:spcAft>
              <a:buSzPts val="3600"/>
              <a:buChar char="■"/>
              <a:defRPr sz="3600"/>
            </a:lvl6pPr>
            <a:lvl7pPr lvl="6" algn="ctr">
              <a:spcBef>
                <a:spcPts val="0"/>
              </a:spcBef>
              <a:spcAft>
                <a:spcPts val="0"/>
              </a:spcAft>
              <a:buSzPts val="3600"/>
              <a:buChar char="●"/>
              <a:defRPr sz="3600"/>
            </a:lvl7pPr>
            <a:lvl8pPr lvl="7" algn="ctr">
              <a:spcBef>
                <a:spcPts val="0"/>
              </a:spcBef>
              <a:spcAft>
                <a:spcPts val="0"/>
              </a:spcAft>
              <a:buSzPts val="3600"/>
              <a:buChar char="○"/>
              <a:defRPr sz="3600"/>
            </a:lvl8pPr>
            <a:lvl9pPr lvl="8" algn="ctr">
              <a:spcBef>
                <a:spcPts val="0"/>
              </a:spcBef>
              <a:spcAft>
                <a:spcPts val="0"/>
              </a:spcAft>
              <a:buSzPts val="3600"/>
              <a:buChar char="■"/>
              <a:defRPr sz="36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174" name="Shape 174"/>
        <p:cNvGrpSpPr/>
        <p:nvPr/>
      </p:nvGrpSpPr>
      <p:grpSpPr>
        <a:xfrm>
          <a:off x="0" y="0"/>
          <a:ext cx="0" cy="0"/>
          <a:chOff x="0" y="0"/>
          <a:chExt cx="0" cy="0"/>
        </a:xfrm>
      </p:grpSpPr>
      <p:sp>
        <p:nvSpPr>
          <p:cNvPr id="175" name="Google Shape;175;p19"/>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176" name="Google Shape;176;p1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177" name="Shape 177"/>
        <p:cNvGrpSpPr/>
        <p:nvPr/>
      </p:nvGrpSpPr>
      <p:grpSpPr>
        <a:xfrm>
          <a:off x="0" y="0"/>
          <a:ext cx="0" cy="0"/>
          <a:chOff x="0" y="0"/>
          <a:chExt cx="0" cy="0"/>
        </a:xfrm>
      </p:grpSpPr>
      <p:sp>
        <p:nvSpPr>
          <p:cNvPr id="178" name="Google Shape;178;p20"/>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179" name="Google Shape;179;p20"/>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80" name="Google Shape;180;p20"/>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81" name="Shape 181"/>
        <p:cNvGrpSpPr/>
        <p:nvPr/>
      </p:nvGrpSpPr>
      <p:grpSpPr>
        <a:xfrm>
          <a:off x="0" y="0"/>
          <a:ext cx="0" cy="0"/>
          <a:chOff x="0" y="0"/>
          <a:chExt cx="0" cy="0"/>
        </a:xfrm>
      </p:grpSpPr>
      <p:sp>
        <p:nvSpPr>
          <p:cNvPr id="182" name="Google Shape;182;p21"/>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183" name="Shape 183"/>
        <p:cNvGrpSpPr/>
        <p:nvPr/>
      </p:nvGrpSpPr>
      <p:grpSpPr>
        <a:xfrm>
          <a:off x="0" y="0"/>
          <a:ext cx="0" cy="0"/>
          <a:chOff x="0" y="0"/>
          <a:chExt cx="0" cy="0"/>
        </a:xfrm>
      </p:grpSpPr>
      <p:sp>
        <p:nvSpPr>
          <p:cNvPr id="184" name="Google Shape;184;p2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SzPts val="2400"/>
              <a:buChar char="●"/>
              <a:defRPr sz="2400"/>
            </a:lvl1pPr>
            <a:lvl2pPr lvl="1">
              <a:spcBef>
                <a:spcPts val="0"/>
              </a:spcBef>
              <a:spcAft>
                <a:spcPts val="0"/>
              </a:spcAft>
              <a:buSzPts val="2400"/>
              <a:buChar char="○"/>
              <a:defRPr sz="2400"/>
            </a:lvl2pPr>
            <a:lvl3pPr lvl="2">
              <a:spcBef>
                <a:spcPts val="0"/>
              </a:spcBef>
              <a:spcAft>
                <a:spcPts val="0"/>
              </a:spcAft>
              <a:buSzPts val="2400"/>
              <a:buChar char="■"/>
              <a:defRPr sz="2400"/>
            </a:lvl3pPr>
            <a:lvl4pPr lvl="3">
              <a:spcBef>
                <a:spcPts val="0"/>
              </a:spcBef>
              <a:spcAft>
                <a:spcPts val="0"/>
              </a:spcAft>
              <a:buSzPts val="2400"/>
              <a:buChar char="●"/>
              <a:defRPr sz="2400"/>
            </a:lvl4pPr>
            <a:lvl5pPr lvl="4">
              <a:spcBef>
                <a:spcPts val="0"/>
              </a:spcBef>
              <a:spcAft>
                <a:spcPts val="0"/>
              </a:spcAft>
              <a:buSzPts val="2400"/>
              <a:buChar char="○"/>
              <a:defRPr sz="2400"/>
            </a:lvl5pPr>
            <a:lvl6pPr lvl="5">
              <a:spcBef>
                <a:spcPts val="0"/>
              </a:spcBef>
              <a:spcAft>
                <a:spcPts val="0"/>
              </a:spcAft>
              <a:buSzPts val="2400"/>
              <a:buChar char="■"/>
              <a:defRPr sz="2400"/>
            </a:lvl6pPr>
            <a:lvl7pPr lvl="6">
              <a:spcBef>
                <a:spcPts val="0"/>
              </a:spcBef>
              <a:spcAft>
                <a:spcPts val="0"/>
              </a:spcAft>
              <a:buSzPts val="2400"/>
              <a:buChar char="●"/>
              <a:defRPr sz="2400"/>
            </a:lvl7pPr>
            <a:lvl8pPr lvl="7">
              <a:spcBef>
                <a:spcPts val="0"/>
              </a:spcBef>
              <a:spcAft>
                <a:spcPts val="0"/>
              </a:spcAft>
              <a:buSzPts val="2400"/>
              <a:buChar char="○"/>
              <a:defRPr sz="2400"/>
            </a:lvl8pPr>
            <a:lvl9pPr lvl="8">
              <a:spcBef>
                <a:spcPts val="0"/>
              </a:spcBef>
              <a:spcAft>
                <a:spcPts val="0"/>
              </a:spcAft>
              <a:buSzPts val="2400"/>
              <a:buChar char="■"/>
              <a:defRPr sz="2400"/>
            </a:lvl9pPr>
          </a:lstStyle>
          <a:p/>
        </p:txBody>
      </p:sp>
      <p:sp>
        <p:nvSpPr>
          <p:cNvPr id="185" name="Google Shape;185;p22"/>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186" name="Shape 186"/>
        <p:cNvGrpSpPr/>
        <p:nvPr/>
      </p:nvGrpSpPr>
      <p:grpSpPr>
        <a:xfrm>
          <a:off x="0" y="0"/>
          <a:ext cx="0" cy="0"/>
          <a:chOff x="0" y="0"/>
          <a:chExt cx="0" cy="0"/>
        </a:xfrm>
      </p:grpSpPr>
      <p:sp>
        <p:nvSpPr>
          <p:cNvPr id="187" name="Google Shape;187;p2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4800"/>
              <a:buChar char="●"/>
              <a:defRPr sz="4800"/>
            </a:lvl1pPr>
            <a:lvl2pPr lvl="1">
              <a:spcBef>
                <a:spcPts val="0"/>
              </a:spcBef>
              <a:spcAft>
                <a:spcPts val="0"/>
              </a:spcAft>
              <a:buSzPts val="4800"/>
              <a:buChar char="○"/>
              <a:defRPr sz="4800"/>
            </a:lvl2pPr>
            <a:lvl3pPr lvl="2">
              <a:spcBef>
                <a:spcPts val="0"/>
              </a:spcBef>
              <a:spcAft>
                <a:spcPts val="0"/>
              </a:spcAft>
              <a:buSzPts val="4800"/>
              <a:buChar char="■"/>
              <a:defRPr sz="4800"/>
            </a:lvl3pPr>
            <a:lvl4pPr lvl="3">
              <a:spcBef>
                <a:spcPts val="0"/>
              </a:spcBef>
              <a:spcAft>
                <a:spcPts val="0"/>
              </a:spcAft>
              <a:buSzPts val="4800"/>
              <a:buChar char="●"/>
              <a:defRPr sz="4800"/>
            </a:lvl4pPr>
            <a:lvl5pPr lvl="4">
              <a:spcBef>
                <a:spcPts val="0"/>
              </a:spcBef>
              <a:spcAft>
                <a:spcPts val="0"/>
              </a:spcAft>
              <a:buSzPts val="4800"/>
              <a:buChar char="○"/>
              <a:defRPr sz="4800"/>
            </a:lvl5pPr>
            <a:lvl6pPr lvl="5">
              <a:spcBef>
                <a:spcPts val="0"/>
              </a:spcBef>
              <a:spcAft>
                <a:spcPts val="0"/>
              </a:spcAft>
              <a:buSzPts val="4800"/>
              <a:buChar char="■"/>
              <a:defRPr sz="4800"/>
            </a:lvl6pPr>
            <a:lvl7pPr lvl="6">
              <a:spcBef>
                <a:spcPts val="0"/>
              </a:spcBef>
              <a:spcAft>
                <a:spcPts val="0"/>
              </a:spcAft>
              <a:buSzPts val="4800"/>
              <a:buChar char="●"/>
              <a:defRPr sz="4800"/>
            </a:lvl7pPr>
            <a:lvl8pPr lvl="7">
              <a:spcBef>
                <a:spcPts val="0"/>
              </a:spcBef>
              <a:spcAft>
                <a:spcPts val="0"/>
              </a:spcAft>
              <a:buSzPts val="4800"/>
              <a:buChar char="○"/>
              <a:defRPr sz="4800"/>
            </a:lvl8pPr>
            <a:lvl9pPr lvl="8">
              <a:spcBef>
                <a:spcPts val="0"/>
              </a:spcBef>
              <a:spcAft>
                <a:spcPts val="0"/>
              </a:spcAft>
              <a:buSzPts val="4800"/>
              <a:buChar char="■"/>
              <a:defRPr sz="48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188" name="Shape 188"/>
        <p:cNvGrpSpPr/>
        <p:nvPr/>
      </p:nvGrpSpPr>
      <p:grpSpPr>
        <a:xfrm>
          <a:off x="0" y="0"/>
          <a:ext cx="0" cy="0"/>
          <a:chOff x="0" y="0"/>
          <a:chExt cx="0" cy="0"/>
        </a:xfrm>
      </p:grpSpPr>
      <p:sp>
        <p:nvSpPr>
          <p:cNvPr id="189" name="Google Shape;189;p2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4200"/>
              <a:buChar char="●"/>
              <a:defRPr sz="4200"/>
            </a:lvl1pPr>
            <a:lvl2pPr lvl="1" algn="ctr">
              <a:spcBef>
                <a:spcPts val="0"/>
              </a:spcBef>
              <a:spcAft>
                <a:spcPts val="0"/>
              </a:spcAft>
              <a:buSzPts val="4200"/>
              <a:buChar char="○"/>
              <a:defRPr sz="4200"/>
            </a:lvl2pPr>
            <a:lvl3pPr lvl="2" algn="ctr">
              <a:spcBef>
                <a:spcPts val="0"/>
              </a:spcBef>
              <a:spcAft>
                <a:spcPts val="0"/>
              </a:spcAft>
              <a:buSzPts val="4200"/>
              <a:buChar char="■"/>
              <a:defRPr sz="4200"/>
            </a:lvl3pPr>
            <a:lvl4pPr lvl="3" algn="ctr">
              <a:spcBef>
                <a:spcPts val="0"/>
              </a:spcBef>
              <a:spcAft>
                <a:spcPts val="0"/>
              </a:spcAft>
              <a:buSzPts val="4200"/>
              <a:buChar char="●"/>
              <a:defRPr sz="4200"/>
            </a:lvl4pPr>
            <a:lvl5pPr lvl="4" algn="ctr">
              <a:spcBef>
                <a:spcPts val="0"/>
              </a:spcBef>
              <a:spcAft>
                <a:spcPts val="0"/>
              </a:spcAft>
              <a:buSzPts val="4200"/>
              <a:buChar char="○"/>
              <a:defRPr sz="4200"/>
            </a:lvl5pPr>
            <a:lvl6pPr lvl="5" algn="ctr">
              <a:spcBef>
                <a:spcPts val="0"/>
              </a:spcBef>
              <a:spcAft>
                <a:spcPts val="0"/>
              </a:spcAft>
              <a:buSzPts val="4200"/>
              <a:buChar char="■"/>
              <a:defRPr sz="4200"/>
            </a:lvl6pPr>
            <a:lvl7pPr lvl="6" algn="ctr">
              <a:spcBef>
                <a:spcPts val="0"/>
              </a:spcBef>
              <a:spcAft>
                <a:spcPts val="0"/>
              </a:spcAft>
              <a:buSzPts val="4200"/>
              <a:buChar char="●"/>
              <a:defRPr sz="4200"/>
            </a:lvl7pPr>
            <a:lvl8pPr lvl="7" algn="ctr">
              <a:spcBef>
                <a:spcPts val="0"/>
              </a:spcBef>
              <a:spcAft>
                <a:spcPts val="0"/>
              </a:spcAft>
              <a:buSzPts val="4200"/>
              <a:buChar char="○"/>
              <a:defRPr sz="4200"/>
            </a:lvl8pPr>
            <a:lvl9pPr lvl="8" algn="ctr">
              <a:spcBef>
                <a:spcPts val="0"/>
              </a:spcBef>
              <a:spcAft>
                <a:spcPts val="0"/>
              </a:spcAft>
              <a:buSzPts val="4200"/>
              <a:buChar char="■"/>
              <a:defRPr sz="4200"/>
            </a:lvl9pPr>
          </a:lstStyle>
          <a:p/>
        </p:txBody>
      </p:sp>
      <p:sp>
        <p:nvSpPr>
          <p:cNvPr id="190" name="Google Shape;190;p24"/>
          <p:cNvSpPr txBox="1"/>
          <p:nvPr>
            <p:ph idx="1" type="subTitle"/>
          </p:nvPr>
        </p:nvSpPr>
        <p:spPr>
          <a:xfrm>
            <a:off x="265500" y="2803075"/>
            <a:ext cx="4045200" cy="1235100"/>
          </a:xfrm>
          <a:prstGeom prst="rect">
            <a:avLst/>
          </a:prstGeom>
        </p:spPr>
        <p:txBody>
          <a:bodyPr anchorCtr="0" anchor="t" bIns="91425" lIns="0"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191" name="Google Shape;191;p24"/>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192" name="Shape 192"/>
        <p:cNvGrpSpPr/>
        <p:nvPr/>
      </p:nvGrpSpPr>
      <p:grpSpPr>
        <a:xfrm>
          <a:off x="0" y="0"/>
          <a:ext cx="0" cy="0"/>
          <a:chOff x="0" y="0"/>
          <a:chExt cx="0" cy="0"/>
        </a:xfrm>
      </p:grpSpPr>
      <p:sp>
        <p:nvSpPr>
          <p:cNvPr id="193" name="Google Shape;193;p25"/>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200"/>
              <a:buNone/>
              <a:defRPr/>
            </a:lvl1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194" name="Shape 194"/>
        <p:cNvGrpSpPr/>
        <p:nvPr/>
      </p:nvGrpSpPr>
      <p:grpSpPr>
        <a:xfrm>
          <a:off x="0" y="0"/>
          <a:ext cx="0" cy="0"/>
          <a:chOff x="0" y="0"/>
          <a:chExt cx="0" cy="0"/>
        </a:xfrm>
      </p:grpSpPr>
      <p:sp>
        <p:nvSpPr>
          <p:cNvPr id="195" name="Google Shape;195;p2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2000"/>
              <a:buChar char="●"/>
              <a:defRPr sz="12000"/>
            </a:lvl1pPr>
            <a:lvl2pPr lvl="1" algn="ctr">
              <a:spcBef>
                <a:spcPts val="0"/>
              </a:spcBef>
              <a:spcAft>
                <a:spcPts val="0"/>
              </a:spcAft>
              <a:buSzPts val="12000"/>
              <a:buChar char="○"/>
              <a:defRPr sz="12000"/>
            </a:lvl2pPr>
            <a:lvl3pPr lvl="2" algn="ctr">
              <a:spcBef>
                <a:spcPts val="0"/>
              </a:spcBef>
              <a:spcAft>
                <a:spcPts val="0"/>
              </a:spcAft>
              <a:buSzPts val="12000"/>
              <a:buChar char="■"/>
              <a:defRPr sz="12000"/>
            </a:lvl3pPr>
            <a:lvl4pPr lvl="3" algn="ctr">
              <a:spcBef>
                <a:spcPts val="0"/>
              </a:spcBef>
              <a:spcAft>
                <a:spcPts val="0"/>
              </a:spcAft>
              <a:buSzPts val="12000"/>
              <a:buChar char="●"/>
              <a:defRPr sz="12000"/>
            </a:lvl4pPr>
            <a:lvl5pPr lvl="4" algn="ctr">
              <a:spcBef>
                <a:spcPts val="0"/>
              </a:spcBef>
              <a:spcAft>
                <a:spcPts val="0"/>
              </a:spcAft>
              <a:buSzPts val="12000"/>
              <a:buChar char="○"/>
              <a:defRPr sz="12000"/>
            </a:lvl5pPr>
            <a:lvl6pPr lvl="5" algn="ctr">
              <a:spcBef>
                <a:spcPts val="0"/>
              </a:spcBef>
              <a:spcAft>
                <a:spcPts val="0"/>
              </a:spcAft>
              <a:buSzPts val="12000"/>
              <a:buChar char="■"/>
              <a:defRPr sz="12000"/>
            </a:lvl6pPr>
            <a:lvl7pPr lvl="6" algn="ctr">
              <a:spcBef>
                <a:spcPts val="0"/>
              </a:spcBef>
              <a:spcAft>
                <a:spcPts val="0"/>
              </a:spcAft>
              <a:buSzPts val="12000"/>
              <a:buChar char="●"/>
              <a:defRPr sz="12000"/>
            </a:lvl7pPr>
            <a:lvl8pPr lvl="7" algn="ctr">
              <a:spcBef>
                <a:spcPts val="0"/>
              </a:spcBef>
              <a:spcAft>
                <a:spcPts val="0"/>
              </a:spcAft>
              <a:buSzPts val="12000"/>
              <a:buChar char="○"/>
              <a:defRPr sz="12000"/>
            </a:lvl8pPr>
            <a:lvl9pPr lvl="8" algn="ctr">
              <a:spcBef>
                <a:spcPts val="0"/>
              </a:spcBef>
              <a:spcAft>
                <a:spcPts val="0"/>
              </a:spcAft>
              <a:buSzPts val="12000"/>
              <a:buChar char="■"/>
              <a:defRPr sz="12000"/>
            </a:lvl9pPr>
          </a:lstStyle>
          <a:p>
            <a:r>
              <a:t>xx%</a:t>
            </a:r>
          </a:p>
        </p:txBody>
      </p:sp>
      <p:sp>
        <p:nvSpPr>
          <p:cNvPr id="196" name="Google Shape;196;p26"/>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97" name="Shape 197"/>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198" name="Shape 198"/>
        <p:cNvGrpSpPr/>
        <p:nvPr/>
      </p:nvGrpSpPr>
      <p:grpSpPr>
        <a:xfrm>
          <a:off x="0" y="0"/>
          <a:ext cx="0" cy="0"/>
          <a:chOff x="0" y="0"/>
          <a:chExt cx="0" cy="0"/>
        </a:xfrm>
      </p:grpSpPr>
      <p:sp>
        <p:nvSpPr>
          <p:cNvPr id="199" name="Google Shape;199;p28"/>
          <p:cNvSpPr txBox="1"/>
          <p:nvPr>
            <p:ph type="title"/>
          </p:nvPr>
        </p:nvSpPr>
        <p:spPr>
          <a:xfrm>
            <a:off x="677325" y="1832775"/>
            <a:ext cx="3217200" cy="14841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0" name="Google Shape;200;p28"/>
          <p:cNvSpPr txBox="1"/>
          <p:nvPr>
            <p:ph idx="1" type="subTitle"/>
          </p:nvPr>
        </p:nvSpPr>
        <p:spPr>
          <a:xfrm>
            <a:off x="4406650" y="39375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01" name="Google Shape;201;p28"/>
          <p:cNvSpPr txBox="1"/>
          <p:nvPr>
            <p:ph idx="2" type="subTitle"/>
          </p:nvPr>
        </p:nvSpPr>
        <p:spPr>
          <a:xfrm>
            <a:off x="4406650" y="115170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02" name="Google Shape;202;p28"/>
          <p:cNvSpPr txBox="1"/>
          <p:nvPr>
            <p:ph idx="3" type="subTitle"/>
          </p:nvPr>
        </p:nvSpPr>
        <p:spPr>
          <a:xfrm>
            <a:off x="4406650" y="342557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03" name="Google Shape;203;p28"/>
          <p:cNvSpPr txBox="1"/>
          <p:nvPr>
            <p:ph idx="4" type="subTitle"/>
          </p:nvPr>
        </p:nvSpPr>
        <p:spPr>
          <a:xfrm>
            <a:off x="4406650" y="190966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04" name="Google Shape;204;p28"/>
          <p:cNvSpPr txBox="1"/>
          <p:nvPr>
            <p:ph idx="5" type="subTitle"/>
          </p:nvPr>
        </p:nvSpPr>
        <p:spPr>
          <a:xfrm>
            <a:off x="4406650" y="418352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05" name="Google Shape;205;p28"/>
          <p:cNvSpPr txBox="1"/>
          <p:nvPr>
            <p:ph idx="6" type="subTitle"/>
          </p:nvPr>
        </p:nvSpPr>
        <p:spPr>
          <a:xfrm>
            <a:off x="4406650" y="266761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206" name="Shape 206"/>
        <p:cNvGrpSpPr/>
        <p:nvPr/>
      </p:nvGrpSpPr>
      <p:grpSpPr>
        <a:xfrm>
          <a:off x="0" y="0"/>
          <a:ext cx="0" cy="0"/>
          <a:chOff x="0" y="0"/>
          <a:chExt cx="0" cy="0"/>
        </a:xfrm>
      </p:grpSpPr>
      <p:sp>
        <p:nvSpPr>
          <p:cNvPr id="207" name="Google Shape;207;p29"/>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08" name="Google Shape;208;p29"/>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09" name="Google Shape;209;p29"/>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210" name="Shape 210"/>
        <p:cNvGrpSpPr/>
        <p:nvPr/>
      </p:nvGrpSpPr>
      <p:grpSpPr>
        <a:xfrm>
          <a:off x="0" y="0"/>
          <a:ext cx="0" cy="0"/>
          <a:chOff x="0" y="0"/>
          <a:chExt cx="0" cy="0"/>
        </a:xfrm>
      </p:grpSpPr>
      <p:sp>
        <p:nvSpPr>
          <p:cNvPr id="211" name="Google Shape;211;p30"/>
          <p:cNvSpPr txBox="1"/>
          <p:nvPr>
            <p:ph type="title"/>
          </p:nvPr>
        </p:nvSpPr>
        <p:spPr>
          <a:xfrm>
            <a:off x="483175" y="450025"/>
            <a:ext cx="8184600" cy="7581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212" name="Google Shape;212;p30"/>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13" name="Google Shape;213;p30"/>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14" name="Google Shape;214;p30"/>
          <p:cNvSpPr txBox="1"/>
          <p:nvPr>
            <p:ph idx="3" type="subTitle"/>
          </p:nvPr>
        </p:nvSpPr>
        <p:spPr>
          <a:xfrm>
            <a:off x="483150" y="1336161"/>
            <a:ext cx="36198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15" name="Google Shape;215;p30"/>
          <p:cNvSpPr txBox="1"/>
          <p:nvPr>
            <p:ph idx="4" type="subTitle"/>
          </p:nvPr>
        </p:nvSpPr>
        <p:spPr>
          <a:xfrm>
            <a:off x="5048000" y="1336161"/>
            <a:ext cx="36198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216" name="Shape 216"/>
        <p:cNvGrpSpPr/>
        <p:nvPr/>
      </p:nvGrpSpPr>
      <p:grpSpPr>
        <a:xfrm>
          <a:off x="0" y="0"/>
          <a:ext cx="0" cy="0"/>
          <a:chOff x="0" y="0"/>
          <a:chExt cx="0" cy="0"/>
        </a:xfrm>
      </p:grpSpPr>
      <p:sp>
        <p:nvSpPr>
          <p:cNvPr id="217" name="Google Shape;217;p31"/>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18" name="Google Shape;218;p31"/>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19" name="Google Shape;219;p31"/>
          <p:cNvSpPr txBox="1"/>
          <p:nvPr>
            <p:ph type="title"/>
          </p:nvPr>
        </p:nvSpPr>
        <p:spPr>
          <a:xfrm>
            <a:off x="483175"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220" name="Google Shape;220;p31"/>
          <p:cNvSpPr txBox="1"/>
          <p:nvPr>
            <p:ph idx="3" type="subTitle"/>
          </p:nvPr>
        </p:nvSpPr>
        <p:spPr>
          <a:xfrm>
            <a:off x="48317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21" name="Google Shape;221;p31"/>
          <p:cNvSpPr txBox="1"/>
          <p:nvPr>
            <p:ph idx="4" type="subTitle"/>
          </p:nvPr>
        </p:nvSpPr>
        <p:spPr>
          <a:xfrm>
            <a:off x="334772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22" name="Google Shape;222;p31"/>
          <p:cNvSpPr txBox="1"/>
          <p:nvPr>
            <p:ph idx="5" type="subTitle"/>
          </p:nvPr>
        </p:nvSpPr>
        <p:spPr>
          <a:xfrm>
            <a:off x="621227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23" name="Google Shape;223;p31"/>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224" name="Shape 224"/>
        <p:cNvGrpSpPr/>
        <p:nvPr/>
      </p:nvGrpSpPr>
      <p:grpSpPr>
        <a:xfrm>
          <a:off x="0" y="0"/>
          <a:ext cx="0" cy="0"/>
          <a:chOff x="0" y="0"/>
          <a:chExt cx="0" cy="0"/>
        </a:xfrm>
      </p:grpSpPr>
      <p:sp>
        <p:nvSpPr>
          <p:cNvPr id="225" name="Google Shape;225;p32"/>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26" name="Google Shape;226;p32"/>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27" name="Google Shape;227;p32"/>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28" name="Google Shape;228;p32"/>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29" name="Google Shape;229;p32"/>
          <p:cNvSpPr txBox="1"/>
          <p:nvPr>
            <p:ph type="title"/>
          </p:nvPr>
        </p:nvSpPr>
        <p:spPr>
          <a:xfrm>
            <a:off x="366750" y="450025"/>
            <a:ext cx="8184600" cy="7581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230" name="Google Shape;230;p32"/>
          <p:cNvSpPr txBox="1"/>
          <p:nvPr>
            <p:ph idx="5" type="subTitle"/>
          </p:nvPr>
        </p:nvSpPr>
        <p:spPr>
          <a:xfrm>
            <a:off x="366763" y="1277907"/>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31" name="Google Shape;231;p32"/>
          <p:cNvSpPr txBox="1"/>
          <p:nvPr>
            <p:ph idx="6" type="subTitle"/>
          </p:nvPr>
        </p:nvSpPr>
        <p:spPr>
          <a:xfrm>
            <a:off x="4938738" y="1277907"/>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32" name="Google Shape;232;p32"/>
          <p:cNvSpPr txBox="1"/>
          <p:nvPr>
            <p:ph idx="7" type="subTitle"/>
          </p:nvPr>
        </p:nvSpPr>
        <p:spPr>
          <a:xfrm>
            <a:off x="4938761" y="3167363"/>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33" name="Google Shape;233;p32"/>
          <p:cNvSpPr txBox="1"/>
          <p:nvPr>
            <p:ph idx="8" type="subTitle"/>
          </p:nvPr>
        </p:nvSpPr>
        <p:spPr>
          <a:xfrm>
            <a:off x="366750" y="3167363"/>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234" name="Shape 234"/>
        <p:cNvGrpSpPr/>
        <p:nvPr/>
      </p:nvGrpSpPr>
      <p:grpSpPr>
        <a:xfrm>
          <a:off x="0" y="0"/>
          <a:ext cx="0" cy="0"/>
          <a:chOff x="0" y="0"/>
          <a:chExt cx="0" cy="0"/>
        </a:xfrm>
      </p:grpSpPr>
      <p:sp>
        <p:nvSpPr>
          <p:cNvPr id="235" name="Google Shape;235;p33"/>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36" name="Google Shape;236;p33"/>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237" name="Shape 237"/>
        <p:cNvGrpSpPr/>
        <p:nvPr/>
      </p:nvGrpSpPr>
      <p:grpSpPr>
        <a:xfrm>
          <a:off x="0" y="0"/>
          <a:ext cx="0" cy="0"/>
          <a:chOff x="0" y="0"/>
          <a:chExt cx="0" cy="0"/>
        </a:xfrm>
      </p:grpSpPr>
      <p:sp>
        <p:nvSpPr>
          <p:cNvPr id="238" name="Google Shape;238;p34"/>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39" name="Google Shape;239;p34"/>
          <p:cNvSpPr/>
          <p:nvPr>
            <p:ph idx="2" type="pic"/>
          </p:nvPr>
        </p:nvSpPr>
        <p:spPr>
          <a:xfrm>
            <a:off x="4804825" y="1133300"/>
            <a:ext cx="4027500" cy="2392800"/>
          </a:xfrm>
          <a:prstGeom prst="rect">
            <a:avLst/>
          </a:prstGeom>
          <a:noFill/>
          <a:ln>
            <a:noFill/>
          </a:ln>
        </p:spPr>
      </p:sp>
      <p:sp>
        <p:nvSpPr>
          <p:cNvPr id="240" name="Google Shape;240;p34"/>
          <p:cNvSpPr/>
          <p:nvPr>
            <p:ph idx="3" type="pic"/>
          </p:nvPr>
        </p:nvSpPr>
        <p:spPr>
          <a:xfrm>
            <a:off x="311725" y="1133300"/>
            <a:ext cx="4027500" cy="2392800"/>
          </a:xfrm>
          <a:prstGeom prst="rect">
            <a:avLst/>
          </a:prstGeom>
          <a:noFill/>
          <a:ln>
            <a:noFill/>
          </a:ln>
        </p:spPr>
      </p:sp>
      <p:sp>
        <p:nvSpPr>
          <p:cNvPr id="241" name="Google Shape;241;p34"/>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42" name="Google Shape;242;p34"/>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43" name="Google Shape;243;p34"/>
          <p:cNvSpPr txBox="1"/>
          <p:nvPr>
            <p:ph idx="5" type="subTitle"/>
          </p:nvPr>
        </p:nvSpPr>
        <p:spPr>
          <a:xfrm>
            <a:off x="311725" y="3582900"/>
            <a:ext cx="40275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44" name="Google Shape;244;p34"/>
          <p:cNvSpPr txBox="1"/>
          <p:nvPr>
            <p:ph idx="6" type="subTitle"/>
          </p:nvPr>
        </p:nvSpPr>
        <p:spPr>
          <a:xfrm>
            <a:off x="4804825" y="3582900"/>
            <a:ext cx="40275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245" name="Shape 245"/>
        <p:cNvGrpSpPr/>
        <p:nvPr/>
      </p:nvGrpSpPr>
      <p:grpSpPr>
        <a:xfrm>
          <a:off x="0" y="0"/>
          <a:ext cx="0" cy="0"/>
          <a:chOff x="0" y="0"/>
          <a:chExt cx="0" cy="0"/>
        </a:xfrm>
      </p:grpSpPr>
      <p:sp>
        <p:nvSpPr>
          <p:cNvPr id="246" name="Google Shape;246;p35"/>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47" name="Google Shape;247;p35"/>
          <p:cNvSpPr/>
          <p:nvPr>
            <p:ph idx="2" type="pic"/>
          </p:nvPr>
        </p:nvSpPr>
        <p:spPr>
          <a:xfrm>
            <a:off x="6205225" y="1128325"/>
            <a:ext cx="2627100" cy="2273100"/>
          </a:xfrm>
          <a:prstGeom prst="rect">
            <a:avLst/>
          </a:prstGeom>
          <a:noFill/>
          <a:ln>
            <a:noFill/>
          </a:ln>
        </p:spPr>
      </p:sp>
      <p:sp>
        <p:nvSpPr>
          <p:cNvPr id="248" name="Google Shape;248;p35"/>
          <p:cNvSpPr/>
          <p:nvPr>
            <p:ph idx="3" type="pic"/>
          </p:nvPr>
        </p:nvSpPr>
        <p:spPr>
          <a:xfrm>
            <a:off x="311725" y="1128325"/>
            <a:ext cx="2627100" cy="2273100"/>
          </a:xfrm>
          <a:prstGeom prst="rect">
            <a:avLst/>
          </a:prstGeom>
          <a:noFill/>
          <a:ln>
            <a:noFill/>
          </a:ln>
        </p:spPr>
      </p:sp>
      <p:sp>
        <p:nvSpPr>
          <p:cNvPr id="249" name="Google Shape;249;p35"/>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50" name="Google Shape;250;p35"/>
          <p:cNvSpPr/>
          <p:nvPr>
            <p:ph idx="5" type="pic"/>
          </p:nvPr>
        </p:nvSpPr>
        <p:spPr>
          <a:xfrm>
            <a:off x="3255250" y="1128325"/>
            <a:ext cx="2627100" cy="2273100"/>
          </a:xfrm>
          <a:prstGeom prst="rect">
            <a:avLst/>
          </a:prstGeom>
          <a:noFill/>
          <a:ln>
            <a:noFill/>
          </a:ln>
        </p:spPr>
      </p:sp>
      <p:sp>
        <p:nvSpPr>
          <p:cNvPr id="251" name="Google Shape;251;p35"/>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52" name="Google Shape;252;p35"/>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53" name="Google Shape;253;p35"/>
          <p:cNvSpPr txBox="1"/>
          <p:nvPr>
            <p:ph idx="7" type="subTitle"/>
          </p:nvPr>
        </p:nvSpPr>
        <p:spPr>
          <a:xfrm>
            <a:off x="311725"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54" name="Google Shape;254;p35"/>
          <p:cNvSpPr txBox="1"/>
          <p:nvPr>
            <p:ph idx="8" type="subTitle"/>
          </p:nvPr>
        </p:nvSpPr>
        <p:spPr>
          <a:xfrm>
            <a:off x="6205225"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55" name="Google Shape;255;p35"/>
          <p:cNvSpPr txBox="1"/>
          <p:nvPr>
            <p:ph idx="9" type="subTitle"/>
          </p:nvPr>
        </p:nvSpPr>
        <p:spPr>
          <a:xfrm>
            <a:off x="3255250"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256" name="Shape 256"/>
        <p:cNvGrpSpPr/>
        <p:nvPr/>
      </p:nvGrpSpPr>
      <p:grpSpPr>
        <a:xfrm>
          <a:off x="0" y="0"/>
          <a:ext cx="0" cy="0"/>
          <a:chOff x="0" y="0"/>
          <a:chExt cx="0" cy="0"/>
        </a:xfrm>
      </p:grpSpPr>
      <p:sp>
        <p:nvSpPr>
          <p:cNvPr id="257" name="Google Shape;257;p36"/>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258" name="Shape 258"/>
        <p:cNvGrpSpPr/>
        <p:nvPr/>
      </p:nvGrpSpPr>
      <p:grpSpPr>
        <a:xfrm>
          <a:off x="0" y="0"/>
          <a:ext cx="0" cy="0"/>
          <a:chOff x="0" y="0"/>
          <a:chExt cx="0" cy="0"/>
        </a:xfrm>
      </p:grpSpPr>
      <p:sp>
        <p:nvSpPr>
          <p:cNvPr id="259" name="Google Shape;259;p37"/>
          <p:cNvSpPr/>
          <p:nvPr>
            <p:ph idx="2" type="pic"/>
          </p:nvPr>
        </p:nvSpPr>
        <p:spPr>
          <a:xfrm>
            <a:off x="3389600" y="118913"/>
            <a:ext cx="1643700" cy="1535100"/>
          </a:xfrm>
          <a:prstGeom prst="rect">
            <a:avLst/>
          </a:prstGeom>
          <a:noFill/>
          <a:ln>
            <a:noFill/>
          </a:ln>
        </p:spPr>
      </p:sp>
      <p:sp>
        <p:nvSpPr>
          <p:cNvPr id="260" name="Google Shape;260;p37"/>
          <p:cNvSpPr/>
          <p:nvPr>
            <p:ph idx="3" type="pic"/>
          </p:nvPr>
        </p:nvSpPr>
        <p:spPr>
          <a:xfrm>
            <a:off x="5195935" y="118913"/>
            <a:ext cx="1643700" cy="1535100"/>
          </a:xfrm>
          <a:prstGeom prst="rect">
            <a:avLst/>
          </a:prstGeom>
          <a:noFill/>
          <a:ln>
            <a:noFill/>
          </a:ln>
        </p:spPr>
      </p:sp>
      <p:sp>
        <p:nvSpPr>
          <p:cNvPr id="261" name="Google Shape;261;p37"/>
          <p:cNvSpPr/>
          <p:nvPr>
            <p:ph idx="4" type="pic"/>
          </p:nvPr>
        </p:nvSpPr>
        <p:spPr>
          <a:xfrm>
            <a:off x="7002270" y="118913"/>
            <a:ext cx="1643700" cy="1535100"/>
          </a:xfrm>
          <a:prstGeom prst="rect">
            <a:avLst/>
          </a:prstGeom>
          <a:noFill/>
          <a:ln>
            <a:noFill/>
          </a:ln>
        </p:spPr>
      </p:sp>
      <p:sp>
        <p:nvSpPr>
          <p:cNvPr id="262" name="Google Shape;262;p37"/>
          <p:cNvSpPr/>
          <p:nvPr>
            <p:ph idx="5" type="pic"/>
          </p:nvPr>
        </p:nvSpPr>
        <p:spPr>
          <a:xfrm>
            <a:off x="3389588" y="1804212"/>
            <a:ext cx="1643700" cy="1535100"/>
          </a:xfrm>
          <a:prstGeom prst="rect">
            <a:avLst/>
          </a:prstGeom>
          <a:noFill/>
          <a:ln>
            <a:noFill/>
          </a:ln>
        </p:spPr>
      </p:sp>
      <p:sp>
        <p:nvSpPr>
          <p:cNvPr id="263" name="Google Shape;263;p37"/>
          <p:cNvSpPr/>
          <p:nvPr>
            <p:ph idx="6" type="pic"/>
          </p:nvPr>
        </p:nvSpPr>
        <p:spPr>
          <a:xfrm>
            <a:off x="5195922" y="1804212"/>
            <a:ext cx="1643700" cy="1535100"/>
          </a:xfrm>
          <a:prstGeom prst="rect">
            <a:avLst/>
          </a:prstGeom>
          <a:noFill/>
          <a:ln>
            <a:noFill/>
          </a:ln>
        </p:spPr>
      </p:sp>
      <p:sp>
        <p:nvSpPr>
          <p:cNvPr id="264" name="Google Shape;264;p37"/>
          <p:cNvSpPr/>
          <p:nvPr>
            <p:ph idx="7" type="pic"/>
          </p:nvPr>
        </p:nvSpPr>
        <p:spPr>
          <a:xfrm>
            <a:off x="7002257" y="1804212"/>
            <a:ext cx="1643700" cy="1535100"/>
          </a:xfrm>
          <a:prstGeom prst="rect">
            <a:avLst/>
          </a:prstGeom>
          <a:noFill/>
          <a:ln>
            <a:noFill/>
          </a:ln>
        </p:spPr>
      </p:sp>
      <p:sp>
        <p:nvSpPr>
          <p:cNvPr id="265" name="Google Shape;265;p37"/>
          <p:cNvSpPr txBox="1"/>
          <p:nvPr>
            <p:ph type="title"/>
          </p:nvPr>
        </p:nvSpPr>
        <p:spPr>
          <a:xfrm>
            <a:off x="351550" y="445025"/>
            <a:ext cx="2596800" cy="1706400"/>
          </a:xfrm>
          <a:prstGeom prst="rect">
            <a:avLst/>
          </a:prstGeom>
          <a:noFill/>
          <a:ln>
            <a:noFill/>
          </a:ln>
        </p:spPr>
        <p:txBody>
          <a:bodyPr anchorCtr="0" anchor="ctr"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66" name="Google Shape;266;p37"/>
          <p:cNvSpPr/>
          <p:nvPr>
            <p:ph idx="8" type="pic"/>
          </p:nvPr>
        </p:nvSpPr>
        <p:spPr>
          <a:xfrm>
            <a:off x="3389588" y="3489487"/>
            <a:ext cx="1643700" cy="1535100"/>
          </a:xfrm>
          <a:prstGeom prst="rect">
            <a:avLst/>
          </a:prstGeom>
          <a:noFill/>
          <a:ln>
            <a:noFill/>
          </a:ln>
        </p:spPr>
      </p:sp>
      <p:sp>
        <p:nvSpPr>
          <p:cNvPr id="267" name="Google Shape;267;p37"/>
          <p:cNvSpPr/>
          <p:nvPr>
            <p:ph idx="9" type="pic"/>
          </p:nvPr>
        </p:nvSpPr>
        <p:spPr>
          <a:xfrm>
            <a:off x="5195922" y="3489487"/>
            <a:ext cx="1643700" cy="1535100"/>
          </a:xfrm>
          <a:prstGeom prst="rect">
            <a:avLst/>
          </a:prstGeom>
          <a:noFill/>
          <a:ln>
            <a:noFill/>
          </a:ln>
        </p:spPr>
      </p:sp>
      <p:sp>
        <p:nvSpPr>
          <p:cNvPr id="268" name="Google Shape;268;p37"/>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theme" Target="../theme/theme1.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83950" y="3166425"/>
            <a:ext cx="6424800" cy="1517400"/>
          </a:xfrm>
          <a:prstGeom prst="rect">
            <a:avLst/>
          </a:prstGeom>
          <a:noFill/>
          <a:ln>
            <a:noFill/>
          </a:ln>
        </p:spPr>
        <p:txBody>
          <a:bodyPr anchorCtr="0" anchor="t" bIns="91425" lIns="91425" spcFirstLastPara="1" rIns="91425" wrap="square" tIns="91425">
            <a:noAutofit/>
          </a:bodyPr>
          <a:lstStyle>
            <a:lvl1pPr indent="-304800" lvl="0" marL="4572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1pPr>
            <a:lvl2pPr indent="-304800" lvl="1" marL="9144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2pPr>
            <a:lvl3pPr indent="-304800" lvl="2" marL="13716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3pPr>
            <a:lvl4pPr indent="-304800" lvl="3" marL="18288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4pPr>
            <a:lvl5pPr indent="-304800" lvl="4" marL="22860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5pPr>
            <a:lvl6pPr indent="-304800" lvl="5" marL="27432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6pPr>
            <a:lvl7pPr indent="-304800" lvl="6" marL="32004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7pPr>
            <a:lvl8pPr indent="-304800" lvl="7" marL="36576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8pPr>
            <a:lvl9pPr indent="-304800" lvl="8" marL="41148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9pPr>
          </a:lstStyle>
          <a:p/>
        </p:txBody>
      </p:sp>
      <p:sp>
        <p:nvSpPr>
          <p:cNvPr id="7" name="Google Shape;7;p1"/>
          <p:cNvSpPr txBox="1"/>
          <p:nvPr>
            <p:ph type="title"/>
          </p:nvPr>
        </p:nvSpPr>
        <p:spPr>
          <a:xfrm>
            <a:off x="278750" y="513900"/>
            <a:ext cx="5802000" cy="1144800"/>
          </a:xfrm>
          <a:prstGeom prst="rect">
            <a:avLst/>
          </a:prstGeom>
          <a:noFill/>
          <a:ln>
            <a:noFill/>
          </a:ln>
        </p:spPr>
        <p:txBody>
          <a:bodyPr anchorCtr="0" anchor="t" bIns="0" lIns="0" spcFirstLastPara="1" rIns="0" wrap="square" tIns="0">
            <a:noAutofit/>
          </a:bodyPr>
          <a:lstStyle>
            <a:lvl1pPr lvl="0">
              <a:lnSpc>
                <a:spcPct val="85000"/>
              </a:lnSpc>
              <a:spcBef>
                <a:spcPts val="0"/>
              </a:spcBef>
              <a:spcAft>
                <a:spcPts val="0"/>
              </a:spcAft>
              <a:buNone/>
              <a:defRPr sz="60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4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4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4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4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4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4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4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4000">
                <a:solidFill>
                  <a:schemeClr val="lt1"/>
                </a:solidFill>
                <a:latin typeface="Playfair Display"/>
                <a:ea typeface="Playfair Display"/>
                <a:cs typeface="Playfair Display"/>
                <a:sym typeface="Playfair Display"/>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guide id="21" pos="174">
          <p15:clr>
            <a:srgbClr val="E46962"/>
          </p15:clr>
        </p15:guide>
        <p15:guide id="22" pos="5588">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xml"/><Relationship Id="rId3" Type="http://schemas.openxmlformats.org/officeDocument/2006/relationships/image" Target="../media/image10.png"/><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nvSpPr>
        <p:spPr>
          <a:xfrm>
            <a:off x="416736" y="2744716"/>
            <a:ext cx="2045700" cy="1077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 sz="1300">
                <a:solidFill>
                  <a:schemeClr val="lt1"/>
                </a:solidFill>
                <a:latin typeface="Lato"/>
                <a:ea typeface="Lato"/>
                <a:cs typeface="Lato"/>
                <a:sym typeface="Lato"/>
              </a:rPr>
              <a:t>Aamir Mohammed</a:t>
            </a:r>
            <a:endParaRPr sz="1300">
              <a:solidFill>
                <a:schemeClr val="lt1"/>
              </a:solidFill>
              <a:latin typeface="Lato"/>
              <a:ea typeface="Lato"/>
              <a:cs typeface="Lato"/>
              <a:sym typeface="Lato"/>
            </a:endParaRPr>
          </a:p>
        </p:txBody>
      </p:sp>
      <p:cxnSp>
        <p:nvCxnSpPr>
          <p:cNvPr id="274" name="Google Shape;274;p38"/>
          <p:cNvCxnSpPr/>
          <p:nvPr/>
        </p:nvCxnSpPr>
        <p:spPr>
          <a:xfrm rot="10800000">
            <a:off x="750" y="361488"/>
            <a:ext cx="9102000" cy="0"/>
          </a:xfrm>
          <a:prstGeom prst="straightConnector1">
            <a:avLst/>
          </a:prstGeom>
          <a:noFill/>
          <a:ln cap="flat" cmpd="sng" w="9525">
            <a:solidFill>
              <a:schemeClr val="lt2"/>
            </a:solidFill>
            <a:prstDash val="solid"/>
            <a:round/>
            <a:headEnd len="med" w="med" type="none"/>
            <a:tailEnd len="med" w="med" type="none"/>
          </a:ln>
        </p:spPr>
      </p:cxnSp>
      <p:cxnSp>
        <p:nvCxnSpPr>
          <p:cNvPr id="275" name="Google Shape;275;p38"/>
          <p:cNvCxnSpPr/>
          <p:nvPr/>
        </p:nvCxnSpPr>
        <p:spPr>
          <a:xfrm rot="10800000">
            <a:off x="416575" y="2618716"/>
            <a:ext cx="6425100" cy="0"/>
          </a:xfrm>
          <a:prstGeom prst="straightConnector1">
            <a:avLst/>
          </a:prstGeom>
          <a:noFill/>
          <a:ln cap="flat" cmpd="sng" w="9525">
            <a:solidFill>
              <a:schemeClr val="lt2"/>
            </a:solidFill>
            <a:prstDash val="solid"/>
            <a:round/>
            <a:headEnd len="med" w="med" type="none"/>
            <a:tailEnd len="med" w="med" type="none"/>
          </a:ln>
        </p:spPr>
      </p:cxnSp>
      <p:sp>
        <p:nvSpPr>
          <p:cNvPr id="276" name="Google Shape;276;p38"/>
          <p:cNvSpPr txBox="1"/>
          <p:nvPr>
            <p:ph idx="4294967295" type="title"/>
          </p:nvPr>
        </p:nvSpPr>
        <p:spPr>
          <a:xfrm>
            <a:off x="416575" y="745063"/>
            <a:ext cx="6425100" cy="1569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solidFill>
                  <a:srgbClr val="980000"/>
                </a:solidFill>
              </a:rPr>
              <a:t>Yelp </a:t>
            </a:r>
            <a:r>
              <a:rPr lang="en"/>
              <a:t>Restaurant Review Platform </a:t>
            </a:r>
            <a:endParaRPr/>
          </a:p>
        </p:txBody>
      </p:sp>
      <p:pic>
        <p:nvPicPr>
          <p:cNvPr id="277" name="Google Shape;277;p38"/>
          <p:cNvPicPr preferRelativeResize="0"/>
          <p:nvPr/>
        </p:nvPicPr>
        <p:blipFill>
          <a:blip r:embed="rId3">
            <a:alphaModFix/>
          </a:blip>
          <a:stretch>
            <a:fillRect/>
          </a:stretch>
        </p:blipFill>
        <p:spPr>
          <a:xfrm>
            <a:off x="416575" y="2978425"/>
            <a:ext cx="3778851" cy="2125600"/>
          </a:xfrm>
          <a:prstGeom prst="rect">
            <a:avLst/>
          </a:prstGeom>
          <a:noFill/>
          <a:ln>
            <a:noFill/>
          </a:ln>
        </p:spPr>
      </p:pic>
      <p:pic>
        <p:nvPicPr>
          <p:cNvPr id="278" name="Google Shape;278;p38"/>
          <p:cNvPicPr preferRelativeResize="0"/>
          <p:nvPr/>
        </p:nvPicPr>
        <p:blipFill>
          <a:blip r:embed="rId4">
            <a:alphaModFix/>
          </a:blip>
          <a:stretch>
            <a:fillRect/>
          </a:stretch>
        </p:blipFill>
        <p:spPr>
          <a:xfrm>
            <a:off x="4387014" y="2744713"/>
            <a:ext cx="4643773" cy="22683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cxnSp>
        <p:nvCxnSpPr>
          <p:cNvPr id="283" name="Google Shape;283;p39"/>
          <p:cNvCxnSpPr/>
          <p:nvPr/>
        </p:nvCxnSpPr>
        <p:spPr>
          <a:xfrm rot="10800000">
            <a:off x="270887" y="2179578"/>
            <a:ext cx="4009200" cy="0"/>
          </a:xfrm>
          <a:prstGeom prst="straightConnector1">
            <a:avLst/>
          </a:prstGeom>
          <a:noFill/>
          <a:ln cap="flat" cmpd="sng" w="9525">
            <a:solidFill>
              <a:schemeClr val="lt2"/>
            </a:solidFill>
            <a:prstDash val="solid"/>
            <a:round/>
            <a:headEnd len="med" w="med" type="none"/>
            <a:tailEnd len="med" w="med" type="none"/>
          </a:ln>
        </p:spPr>
      </p:cxnSp>
      <p:cxnSp>
        <p:nvCxnSpPr>
          <p:cNvPr id="284" name="Google Shape;284;p39"/>
          <p:cNvCxnSpPr/>
          <p:nvPr/>
        </p:nvCxnSpPr>
        <p:spPr>
          <a:xfrm rot="10800000">
            <a:off x="270887" y="3117378"/>
            <a:ext cx="4009200" cy="0"/>
          </a:xfrm>
          <a:prstGeom prst="straightConnector1">
            <a:avLst/>
          </a:prstGeom>
          <a:noFill/>
          <a:ln cap="flat" cmpd="sng" w="9525">
            <a:solidFill>
              <a:schemeClr val="lt2"/>
            </a:solidFill>
            <a:prstDash val="solid"/>
            <a:round/>
            <a:headEnd len="med" w="med" type="none"/>
            <a:tailEnd len="med" w="med" type="none"/>
          </a:ln>
        </p:spPr>
      </p:cxnSp>
      <p:cxnSp>
        <p:nvCxnSpPr>
          <p:cNvPr id="285" name="Google Shape;285;p39"/>
          <p:cNvCxnSpPr/>
          <p:nvPr/>
        </p:nvCxnSpPr>
        <p:spPr>
          <a:xfrm rot="10800000">
            <a:off x="270887" y="4055178"/>
            <a:ext cx="4009200" cy="0"/>
          </a:xfrm>
          <a:prstGeom prst="straightConnector1">
            <a:avLst/>
          </a:prstGeom>
          <a:noFill/>
          <a:ln cap="flat" cmpd="sng" w="9525">
            <a:solidFill>
              <a:schemeClr val="lt2"/>
            </a:solidFill>
            <a:prstDash val="solid"/>
            <a:round/>
            <a:headEnd len="med" w="med" type="none"/>
            <a:tailEnd len="med" w="med" type="none"/>
          </a:ln>
        </p:spPr>
      </p:cxnSp>
      <p:cxnSp>
        <p:nvCxnSpPr>
          <p:cNvPr id="286" name="Google Shape;286;p39"/>
          <p:cNvCxnSpPr/>
          <p:nvPr/>
        </p:nvCxnSpPr>
        <p:spPr>
          <a:xfrm rot="10800000">
            <a:off x="4858665" y="2179578"/>
            <a:ext cx="4008300" cy="0"/>
          </a:xfrm>
          <a:prstGeom prst="straightConnector1">
            <a:avLst/>
          </a:prstGeom>
          <a:noFill/>
          <a:ln cap="flat" cmpd="sng" w="9525">
            <a:solidFill>
              <a:schemeClr val="lt2"/>
            </a:solidFill>
            <a:prstDash val="solid"/>
            <a:round/>
            <a:headEnd len="med" w="med" type="none"/>
            <a:tailEnd len="med" w="med" type="none"/>
          </a:ln>
        </p:spPr>
      </p:cxnSp>
      <p:cxnSp>
        <p:nvCxnSpPr>
          <p:cNvPr id="287" name="Google Shape;287;p39"/>
          <p:cNvCxnSpPr/>
          <p:nvPr/>
        </p:nvCxnSpPr>
        <p:spPr>
          <a:xfrm rot="10800000">
            <a:off x="4858220" y="3117378"/>
            <a:ext cx="4009200" cy="0"/>
          </a:xfrm>
          <a:prstGeom prst="straightConnector1">
            <a:avLst/>
          </a:prstGeom>
          <a:noFill/>
          <a:ln cap="flat" cmpd="sng" w="9525">
            <a:solidFill>
              <a:schemeClr val="lt2"/>
            </a:solidFill>
            <a:prstDash val="solid"/>
            <a:round/>
            <a:headEnd len="med" w="med" type="none"/>
            <a:tailEnd len="med" w="med" type="none"/>
          </a:ln>
        </p:spPr>
      </p:cxnSp>
      <p:cxnSp>
        <p:nvCxnSpPr>
          <p:cNvPr id="288" name="Google Shape;288;p39"/>
          <p:cNvCxnSpPr/>
          <p:nvPr/>
        </p:nvCxnSpPr>
        <p:spPr>
          <a:xfrm rot="10800000">
            <a:off x="4858220" y="4055178"/>
            <a:ext cx="4009200" cy="0"/>
          </a:xfrm>
          <a:prstGeom prst="straightConnector1">
            <a:avLst/>
          </a:prstGeom>
          <a:noFill/>
          <a:ln cap="flat" cmpd="sng" w="9525">
            <a:solidFill>
              <a:schemeClr val="lt2"/>
            </a:solidFill>
            <a:prstDash val="solid"/>
            <a:round/>
            <a:headEnd len="med" w="med" type="none"/>
            <a:tailEnd len="med" w="med" type="none"/>
          </a:ln>
        </p:spPr>
      </p:cxnSp>
      <p:sp>
        <p:nvSpPr>
          <p:cNvPr id="289" name="Google Shape;289;p39"/>
          <p:cNvSpPr txBox="1"/>
          <p:nvPr>
            <p:ph idx="7" type="title"/>
          </p:nvPr>
        </p:nvSpPr>
        <p:spPr>
          <a:xfrm>
            <a:off x="276075" y="457200"/>
            <a:ext cx="85944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Project Overview and Objective:</a:t>
            </a:r>
            <a:endParaRPr/>
          </a:p>
        </p:txBody>
      </p:sp>
      <p:sp>
        <p:nvSpPr>
          <p:cNvPr id="290" name="Google Shape;290;p39"/>
          <p:cNvSpPr txBox="1"/>
          <p:nvPr>
            <p:ph type="title"/>
          </p:nvPr>
        </p:nvSpPr>
        <p:spPr>
          <a:xfrm>
            <a:off x="270950" y="925850"/>
            <a:ext cx="8644500" cy="1015800"/>
          </a:xfrm>
          <a:prstGeom prst="rect">
            <a:avLst/>
          </a:prstGeom>
        </p:spPr>
        <p:txBody>
          <a:bodyPr anchorCtr="0" anchor="t" bIns="0" lIns="0" spcFirstLastPara="1" rIns="0" wrap="square" tIns="0">
            <a:spAutoFit/>
          </a:bodyPr>
          <a:lstStyle/>
          <a:p>
            <a:pPr indent="0" lvl="0" marL="0" rtl="0" algn="l">
              <a:lnSpc>
                <a:spcPct val="150000"/>
              </a:lnSpc>
              <a:spcBef>
                <a:spcPts val="0"/>
              </a:spcBef>
              <a:spcAft>
                <a:spcPts val="0"/>
              </a:spcAft>
              <a:buNone/>
            </a:pPr>
            <a:r>
              <a:rPr lang="en" sz="1200"/>
              <a:t>This capstone project will aim to build an end-to-end restaurant review pipeline using the Yelp Open Dataset. It will utilize natural language processing, machine learning, deep learning, and will attempt to use Generative AI capabilities, to analyze customer reviews, predict restaurant ratings and sentiment, and generate summaries of restaurants. The data will be deployed as an interactive Gradio web application for interactivity with users and visualization.</a:t>
            </a:r>
            <a:endParaRPr sz="1200"/>
          </a:p>
        </p:txBody>
      </p:sp>
      <p:sp>
        <p:nvSpPr>
          <p:cNvPr id="291" name="Google Shape;291;p39"/>
          <p:cNvSpPr txBox="1"/>
          <p:nvPr>
            <p:ph idx="2" type="title"/>
          </p:nvPr>
        </p:nvSpPr>
        <p:spPr>
          <a:xfrm>
            <a:off x="270973" y="3401625"/>
            <a:ext cx="4009200" cy="49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 Predict restaurant star ratings using machine learning</a:t>
            </a:r>
            <a:endParaRPr/>
          </a:p>
        </p:txBody>
      </p:sp>
      <p:sp>
        <p:nvSpPr>
          <p:cNvPr id="292" name="Google Shape;292;p39"/>
          <p:cNvSpPr txBox="1"/>
          <p:nvPr>
            <p:ph idx="3" type="title"/>
          </p:nvPr>
        </p:nvSpPr>
        <p:spPr>
          <a:xfrm>
            <a:off x="270973" y="4339425"/>
            <a:ext cx="4008300" cy="498600"/>
          </a:xfrm>
          <a:prstGeom prst="rect">
            <a:avLst/>
          </a:prstGeom>
        </p:spPr>
        <p:txBody>
          <a:bodyPr anchorCtr="0" anchor="t" bIns="0" lIns="0" spcFirstLastPara="1" rIns="0" wrap="square" tIns="0">
            <a:spAutoFit/>
          </a:bodyPr>
          <a:lstStyle/>
          <a:p>
            <a:pPr indent="0" lvl="0" marL="0" rtl="0" algn="l">
              <a:spcBef>
                <a:spcPts val="0"/>
              </a:spcBef>
              <a:spcAft>
                <a:spcPts val="0"/>
              </a:spcAft>
              <a:buClr>
                <a:schemeClr val="lt1"/>
              </a:buClr>
              <a:buSzPts val="1100"/>
              <a:buNone/>
            </a:pPr>
            <a:r>
              <a:rPr lang="en"/>
              <a:t>• Generate AI-powered summaries using LLMs</a:t>
            </a:r>
            <a:endParaRPr/>
          </a:p>
        </p:txBody>
      </p:sp>
      <p:sp>
        <p:nvSpPr>
          <p:cNvPr id="293" name="Google Shape;293;p39"/>
          <p:cNvSpPr txBox="1"/>
          <p:nvPr>
            <p:ph idx="4" type="title"/>
          </p:nvPr>
        </p:nvSpPr>
        <p:spPr>
          <a:xfrm>
            <a:off x="4858327" y="2463825"/>
            <a:ext cx="4008300" cy="498600"/>
          </a:xfrm>
          <a:prstGeom prst="rect">
            <a:avLst/>
          </a:prstGeom>
        </p:spPr>
        <p:txBody>
          <a:bodyPr anchorCtr="0" anchor="t" bIns="0" lIns="0" spcFirstLastPara="1" rIns="0" wrap="square" tIns="0">
            <a:spAutoFit/>
          </a:bodyPr>
          <a:lstStyle/>
          <a:p>
            <a:pPr indent="0" lvl="0" marL="0" rtl="0" algn="l">
              <a:spcBef>
                <a:spcPts val="0"/>
              </a:spcBef>
              <a:spcAft>
                <a:spcPts val="0"/>
              </a:spcAft>
              <a:buClr>
                <a:schemeClr val="lt1"/>
              </a:buClr>
              <a:buSzPts val="1100"/>
              <a:buNone/>
            </a:pPr>
            <a:r>
              <a:rPr lang="en"/>
              <a:t>• Analyze customer sentiment from review text</a:t>
            </a:r>
            <a:endParaRPr/>
          </a:p>
        </p:txBody>
      </p:sp>
      <p:sp>
        <p:nvSpPr>
          <p:cNvPr id="294" name="Google Shape;294;p39"/>
          <p:cNvSpPr txBox="1"/>
          <p:nvPr>
            <p:ph idx="5" type="title"/>
          </p:nvPr>
        </p:nvSpPr>
        <p:spPr>
          <a:xfrm>
            <a:off x="4858327" y="3401625"/>
            <a:ext cx="4008300" cy="498600"/>
          </a:xfrm>
          <a:prstGeom prst="rect">
            <a:avLst/>
          </a:prstGeom>
        </p:spPr>
        <p:txBody>
          <a:bodyPr anchorCtr="0" anchor="t" bIns="0" lIns="0" spcFirstLastPara="1" rIns="0" wrap="square" tIns="0">
            <a:spAutoFit/>
          </a:bodyPr>
          <a:lstStyle/>
          <a:p>
            <a:pPr indent="0" lvl="0" marL="0" rtl="0" algn="l">
              <a:spcBef>
                <a:spcPts val="0"/>
              </a:spcBef>
              <a:spcAft>
                <a:spcPts val="0"/>
              </a:spcAft>
              <a:buClr>
                <a:schemeClr val="lt1"/>
              </a:buClr>
              <a:buSzPts val="1100"/>
              <a:buNone/>
            </a:pPr>
            <a:r>
              <a:rPr lang="en"/>
              <a:t>• Apply deep learning and transformer models for NLP tasks</a:t>
            </a:r>
            <a:endParaRPr/>
          </a:p>
        </p:txBody>
      </p:sp>
      <p:sp>
        <p:nvSpPr>
          <p:cNvPr id="295" name="Google Shape;295;p39"/>
          <p:cNvSpPr txBox="1"/>
          <p:nvPr>
            <p:ph idx="6" type="title"/>
          </p:nvPr>
        </p:nvSpPr>
        <p:spPr>
          <a:xfrm>
            <a:off x="4858327" y="4339426"/>
            <a:ext cx="4057200" cy="498600"/>
          </a:xfrm>
          <a:prstGeom prst="rect">
            <a:avLst/>
          </a:prstGeom>
        </p:spPr>
        <p:txBody>
          <a:bodyPr anchorCtr="0" anchor="t" bIns="0" lIns="0" spcFirstLastPara="1" rIns="0" wrap="square" tIns="0">
            <a:spAutoFit/>
          </a:bodyPr>
          <a:lstStyle/>
          <a:p>
            <a:pPr indent="0" lvl="0" marL="0" rtl="0" algn="l">
              <a:spcBef>
                <a:spcPts val="0"/>
              </a:spcBef>
              <a:spcAft>
                <a:spcPts val="0"/>
              </a:spcAft>
              <a:buClr>
                <a:schemeClr val="lt1"/>
              </a:buClr>
              <a:buSzPts val="1100"/>
              <a:buNone/>
            </a:pPr>
            <a:r>
              <a:rPr lang="en"/>
              <a:t>• Deploy results in an interactive Gradio website</a:t>
            </a:r>
            <a:endParaRPr/>
          </a:p>
        </p:txBody>
      </p:sp>
      <p:sp>
        <p:nvSpPr>
          <p:cNvPr id="296" name="Google Shape;296;p39"/>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297" name="Google Shape;297;p39"/>
          <p:cNvSpPr txBox="1"/>
          <p:nvPr>
            <p:ph idx="8" type="subTitle"/>
          </p:nvPr>
        </p:nvSpPr>
        <p:spPr>
          <a:xfrm>
            <a:off x="271825" y="2276203"/>
            <a:ext cx="1809900" cy="136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01</a:t>
            </a:r>
            <a:endParaRPr/>
          </a:p>
        </p:txBody>
      </p:sp>
      <p:sp>
        <p:nvSpPr>
          <p:cNvPr id="298" name="Google Shape;298;p39"/>
          <p:cNvSpPr txBox="1"/>
          <p:nvPr>
            <p:ph idx="9" type="subTitle"/>
          </p:nvPr>
        </p:nvSpPr>
        <p:spPr>
          <a:xfrm>
            <a:off x="4858700" y="2276203"/>
            <a:ext cx="1809900" cy="136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04</a:t>
            </a:r>
            <a:endParaRPr/>
          </a:p>
        </p:txBody>
      </p:sp>
      <p:sp>
        <p:nvSpPr>
          <p:cNvPr id="299" name="Google Shape;299;p39"/>
          <p:cNvSpPr txBox="1"/>
          <p:nvPr>
            <p:ph idx="13" type="subTitle"/>
          </p:nvPr>
        </p:nvSpPr>
        <p:spPr>
          <a:xfrm>
            <a:off x="271825" y="3214003"/>
            <a:ext cx="1809900" cy="136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02</a:t>
            </a:r>
            <a:endParaRPr/>
          </a:p>
        </p:txBody>
      </p:sp>
      <p:sp>
        <p:nvSpPr>
          <p:cNvPr id="300" name="Google Shape;300;p39"/>
          <p:cNvSpPr txBox="1"/>
          <p:nvPr>
            <p:ph idx="14" type="subTitle"/>
          </p:nvPr>
        </p:nvSpPr>
        <p:spPr>
          <a:xfrm>
            <a:off x="271825" y="4151803"/>
            <a:ext cx="1809900" cy="136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03</a:t>
            </a:r>
            <a:endParaRPr/>
          </a:p>
        </p:txBody>
      </p:sp>
      <p:sp>
        <p:nvSpPr>
          <p:cNvPr id="301" name="Google Shape;301;p39"/>
          <p:cNvSpPr txBox="1"/>
          <p:nvPr>
            <p:ph idx="15" type="subTitle"/>
          </p:nvPr>
        </p:nvSpPr>
        <p:spPr>
          <a:xfrm>
            <a:off x="4858700" y="3214003"/>
            <a:ext cx="1809900" cy="136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05</a:t>
            </a:r>
            <a:endParaRPr/>
          </a:p>
        </p:txBody>
      </p:sp>
      <p:sp>
        <p:nvSpPr>
          <p:cNvPr id="302" name="Google Shape;302;p39"/>
          <p:cNvSpPr txBox="1"/>
          <p:nvPr>
            <p:ph idx="16" type="subTitle"/>
          </p:nvPr>
        </p:nvSpPr>
        <p:spPr>
          <a:xfrm>
            <a:off x="4858700" y="4151803"/>
            <a:ext cx="1809900" cy="136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06</a:t>
            </a:r>
            <a:endParaRPr/>
          </a:p>
        </p:txBody>
      </p:sp>
      <p:sp>
        <p:nvSpPr>
          <p:cNvPr id="303" name="Google Shape;303;p39"/>
          <p:cNvSpPr txBox="1"/>
          <p:nvPr>
            <p:ph idx="4" type="title"/>
          </p:nvPr>
        </p:nvSpPr>
        <p:spPr>
          <a:xfrm>
            <a:off x="270977" y="2404875"/>
            <a:ext cx="4009200" cy="498600"/>
          </a:xfrm>
          <a:prstGeom prst="rect">
            <a:avLst/>
          </a:prstGeom>
        </p:spPr>
        <p:txBody>
          <a:bodyPr anchorCtr="0" anchor="t" bIns="0" lIns="0" spcFirstLastPara="1" rIns="0" wrap="square" tIns="0">
            <a:spAutoFit/>
          </a:bodyPr>
          <a:lstStyle/>
          <a:p>
            <a:pPr indent="0" lvl="0" marL="0" rtl="0" algn="l">
              <a:spcBef>
                <a:spcPts val="0"/>
              </a:spcBef>
              <a:spcAft>
                <a:spcPts val="0"/>
              </a:spcAft>
              <a:buClr>
                <a:schemeClr val="lt1"/>
              </a:buClr>
              <a:buSzPts val="1100"/>
              <a:buNone/>
            </a:pPr>
            <a:r>
              <a:rPr lang="en"/>
              <a:t>• Build an end-to-end AI pipeline using Yelp restaurant reviews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0"/>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309" name="Google Shape;309;p40"/>
          <p:cNvSpPr txBox="1"/>
          <p:nvPr>
            <p:ph type="title"/>
          </p:nvPr>
        </p:nvSpPr>
        <p:spPr>
          <a:xfrm>
            <a:off x="396450" y="457200"/>
            <a:ext cx="42516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The Yelp Dataset:</a:t>
            </a:r>
            <a:endParaRPr/>
          </a:p>
        </p:txBody>
      </p:sp>
      <p:sp>
        <p:nvSpPr>
          <p:cNvPr id="310" name="Google Shape;310;p40"/>
          <p:cNvSpPr txBox="1"/>
          <p:nvPr>
            <p:ph idx="3" type="subTitle"/>
          </p:nvPr>
        </p:nvSpPr>
        <p:spPr>
          <a:xfrm>
            <a:off x="367350" y="1147489"/>
            <a:ext cx="4251600" cy="2190300"/>
          </a:xfrm>
          <a:prstGeom prst="rect">
            <a:avLst/>
          </a:prstGeom>
        </p:spPr>
        <p:txBody>
          <a:bodyPr anchorCtr="0" anchor="t" bIns="0" lIns="0" spcFirstLastPara="1" rIns="0" wrap="square" tIns="0">
            <a:noAutofit/>
          </a:bodyPr>
          <a:lstStyle/>
          <a:p>
            <a:pPr indent="0" lvl="0" marL="0" rtl="0" algn="l">
              <a:lnSpc>
                <a:spcPct val="115000"/>
              </a:lnSpc>
              <a:spcBef>
                <a:spcPts val="1200"/>
              </a:spcBef>
              <a:spcAft>
                <a:spcPts val="1200"/>
              </a:spcAft>
              <a:buNone/>
            </a:pPr>
            <a:r>
              <a:rPr lang="en" sz="1800"/>
              <a:t>• 150,346 total businesses</a:t>
            </a:r>
            <a:br>
              <a:rPr lang="en" sz="1800"/>
            </a:br>
            <a:r>
              <a:rPr lang="en" sz="1800"/>
              <a:t> • 6.9M+ total reviews</a:t>
            </a:r>
            <a:br>
              <a:rPr lang="en" sz="1800"/>
            </a:br>
            <a:r>
              <a:rPr lang="en" sz="1800"/>
              <a:t> • Filtered to 52,268 restaurants</a:t>
            </a:r>
            <a:br>
              <a:rPr lang="en" sz="1800"/>
            </a:br>
            <a:r>
              <a:rPr lang="en" sz="1800"/>
              <a:t> • ~4.7 Million+ restaurant reviews retained</a:t>
            </a:r>
            <a:endParaRPr/>
          </a:p>
        </p:txBody>
      </p:sp>
      <p:sp>
        <p:nvSpPr>
          <p:cNvPr id="311" name="Google Shape;311;p40"/>
          <p:cNvSpPr txBox="1"/>
          <p:nvPr>
            <p:ph idx="4" type="body"/>
          </p:nvPr>
        </p:nvSpPr>
        <p:spPr>
          <a:xfrm>
            <a:off x="4677000" y="1147500"/>
            <a:ext cx="4251600" cy="906000"/>
          </a:xfrm>
          <a:prstGeom prst="rect">
            <a:avLst/>
          </a:prstGeom>
        </p:spPr>
        <p:txBody>
          <a:bodyPr anchorCtr="0" anchor="t" bIns="0" lIns="0" spcFirstLastPara="1" rIns="0" wrap="square" tIns="0">
            <a:noAutofit/>
          </a:bodyPr>
          <a:lstStyle/>
          <a:p>
            <a:pPr indent="0" lvl="0" marL="0" rtl="0" algn="l">
              <a:spcBef>
                <a:spcPts val="1800"/>
              </a:spcBef>
              <a:spcAft>
                <a:spcPts val="0"/>
              </a:spcAft>
              <a:buNone/>
            </a:pPr>
            <a:r>
              <a:rPr b="1" lang="en" sz="1700">
                <a:solidFill>
                  <a:srgbClr val="000000"/>
                </a:solidFill>
                <a:latin typeface="Playfair Display"/>
                <a:ea typeface="Playfair Display"/>
                <a:cs typeface="Playfair Display"/>
                <a:sym typeface="Playfair Display"/>
              </a:rPr>
              <a:t>Restaurant Data Columns</a:t>
            </a:r>
            <a:endParaRPr b="1" sz="1700">
              <a:solidFill>
                <a:srgbClr val="000000"/>
              </a:solidFill>
              <a:latin typeface="Playfair Display"/>
              <a:ea typeface="Playfair Display"/>
              <a:cs typeface="Playfair Display"/>
              <a:sym typeface="Playfair Display"/>
            </a:endParaRPr>
          </a:p>
          <a:p>
            <a:pPr indent="0" lvl="0" marL="0" rtl="0" algn="l">
              <a:spcBef>
                <a:spcPts val="1200"/>
              </a:spcBef>
              <a:spcAft>
                <a:spcPts val="0"/>
              </a:spcAft>
              <a:buNone/>
            </a:pPr>
            <a:r>
              <a:rPr lang="en" sz="1100">
                <a:solidFill>
                  <a:srgbClr val="000000"/>
                </a:solidFill>
                <a:latin typeface="Playfair Display"/>
                <a:ea typeface="Playfair Display"/>
                <a:cs typeface="Playfair Display"/>
                <a:sym typeface="Playfair Display"/>
              </a:rPr>
              <a:t>• </a:t>
            </a:r>
            <a:r>
              <a:rPr b="1" lang="en" sz="1100">
                <a:solidFill>
                  <a:srgbClr val="000000"/>
                </a:solidFill>
                <a:latin typeface="Playfair Display"/>
                <a:ea typeface="Playfair Display"/>
                <a:cs typeface="Playfair Display"/>
                <a:sym typeface="Playfair Display"/>
              </a:rPr>
              <a:t>business_id</a:t>
            </a:r>
            <a:r>
              <a:rPr lang="en" sz="1100">
                <a:solidFill>
                  <a:srgbClr val="000000"/>
                </a:solidFill>
                <a:latin typeface="Playfair Display"/>
                <a:ea typeface="Playfair Display"/>
                <a:cs typeface="Playfair Display"/>
                <a:sym typeface="Playfair Display"/>
              </a:rPr>
              <a:t> – Unique restaurant identifier</a:t>
            </a:r>
            <a:br>
              <a:rPr lang="en" sz="1100">
                <a:solidFill>
                  <a:srgbClr val="000000"/>
                </a:solidFill>
                <a:latin typeface="Playfair Display"/>
                <a:ea typeface="Playfair Display"/>
                <a:cs typeface="Playfair Display"/>
                <a:sym typeface="Playfair Display"/>
              </a:rPr>
            </a:br>
            <a:r>
              <a:rPr lang="en" sz="1100">
                <a:solidFill>
                  <a:srgbClr val="000000"/>
                </a:solidFill>
                <a:latin typeface="Playfair Display"/>
                <a:ea typeface="Playfair Display"/>
                <a:cs typeface="Playfair Display"/>
                <a:sym typeface="Playfair Display"/>
              </a:rPr>
              <a:t> • </a:t>
            </a:r>
            <a:r>
              <a:rPr b="1" lang="en" sz="1100">
                <a:solidFill>
                  <a:srgbClr val="000000"/>
                </a:solidFill>
                <a:latin typeface="Playfair Display"/>
                <a:ea typeface="Playfair Display"/>
                <a:cs typeface="Playfair Display"/>
                <a:sym typeface="Playfair Display"/>
              </a:rPr>
              <a:t>name</a:t>
            </a:r>
            <a:r>
              <a:rPr lang="en" sz="1100">
                <a:solidFill>
                  <a:srgbClr val="000000"/>
                </a:solidFill>
                <a:latin typeface="Playfair Display"/>
                <a:ea typeface="Playfair Display"/>
                <a:cs typeface="Playfair Display"/>
                <a:sym typeface="Playfair Display"/>
              </a:rPr>
              <a:t> – Restaurant name</a:t>
            </a:r>
            <a:br>
              <a:rPr lang="en" sz="1100">
                <a:solidFill>
                  <a:srgbClr val="000000"/>
                </a:solidFill>
                <a:latin typeface="Playfair Display"/>
                <a:ea typeface="Playfair Display"/>
                <a:cs typeface="Playfair Display"/>
                <a:sym typeface="Playfair Display"/>
              </a:rPr>
            </a:br>
            <a:r>
              <a:rPr lang="en" sz="1100">
                <a:solidFill>
                  <a:srgbClr val="000000"/>
                </a:solidFill>
                <a:latin typeface="Playfair Display"/>
                <a:ea typeface="Playfair Display"/>
                <a:cs typeface="Playfair Display"/>
                <a:sym typeface="Playfair Display"/>
              </a:rPr>
              <a:t> • </a:t>
            </a:r>
            <a:r>
              <a:rPr b="1" lang="en" sz="1100">
                <a:solidFill>
                  <a:srgbClr val="000000"/>
                </a:solidFill>
                <a:latin typeface="Playfair Display"/>
                <a:ea typeface="Playfair Display"/>
                <a:cs typeface="Playfair Display"/>
                <a:sym typeface="Playfair Display"/>
              </a:rPr>
              <a:t>city / state</a:t>
            </a:r>
            <a:r>
              <a:rPr lang="en" sz="1100">
                <a:solidFill>
                  <a:srgbClr val="000000"/>
                </a:solidFill>
                <a:latin typeface="Playfair Display"/>
                <a:ea typeface="Playfair Display"/>
                <a:cs typeface="Playfair Display"/>
                <a:sym typeface="Playfair Display"/>
              </a:rPr>
              <a:t> – Location information</a:t>
            </a:r>
            <a:br>
              <a:rPr lang="en" sz="1100">
                <a:solidFill>
                  <a:srgbClr val="000000"/>
                </a:solidFill>
                <a:latin typeface="Playfair Display"/>
                <a:ea typeface="Playfair Display"/>
                <a:cs typeface="Playfair Display"/>
                <a:sym typeface="Playfair Display"/>
              </a:rPr>
            </a:br>
            <a:r>
              <a:rPr lang="en" sz="1100">
                <a:solidFill>
                  <a:srgbClr val="000000"/>
                </a:solidFill>
                <a:latin typeface="Playfair Display"/>
                <a:ea typeface="Playfair Display"/>
                <a:cs typeface="Playfair Display"/>
                <a:sym typeface="Playfair Display"/>
              </a:rPr>
              <a:t> • </a:t>
            </a:r>
            <a:r>
              <a:rPr b="1" lang="en" sz="1100">
                <a:solidFill>
                  <a:srgbClr val="000000"/>
                </a:solidFill>
                <a:latin typeface="Playfair Display"/>
                <a:ea typeface="Playfair Display"/>
                <a:cs typeface="Playfair Display"/>
                <a:sym typeface="Playfair Display"/>
              </a:rPr>
              <a:t>stars</a:t>
            </a:r>
            <a:r>
              <a:rPr lang="en" sz="1100">
                <a:solidFill>
                  <a:srgbClr val="000000"/>
                </a:solidFill>
                <a:latin typeface="Playfair Display"/>
                <a:ea typeface="Playfair Display"/>
                <a:cs typeface="Playfair Display"/>
                <a:sym typeface="Playfair Display"/>
              </a:rPr>
              <a:t> – Overall restaurant rating</a:t>
            </a:r>
            <a:br>
              <a:rPr lang="en" sz="1100">
                <a:solidFill>
                  <a:srgbClr val="000000"/>
                </a:solidFill>
                <a:latin typeface="Playfair Display"/>
                <a:ea typeface="Playfair Display"/>
                <a:cs typeface="Playfair Display"/>
                <a:sym typeface="Playfair Display"/>
              </a:rPr>
            </a:br>
            <a:r>
              <a:rPr lang="en" sz="1100">
                <a:solidFill>
                  <a:srgbClr val="000000"/>
                </a:solidFill>
                <a:latin typeface="Playfair Display"/>
                <a:ea typeface="Playfair Display"/>
                <a:cs typeface="Playfair Display"/>
                <a:sym typeface="Playfair Display"/>
              </a:rPr>
              <a:t> • </a:t>
            </a:r>
            <a:r>
              <a:rPr b="1" lang="en" sz="1100">
                <a:solidFill>
                  <a:srgbClr val="000000"/>
                </a:solidFill>
                <a:latin typeface="Playfair Display"/>
                <a:ea typeface="Playfair Display"/>
                <a:cs typeface="Playfair Display"/>
                <a:sym typeface="Playfair Display"/>
              </a:rPr>
              <a:t>review_count</a:t>
            </a:r>
            <a:r>
              <a:rPr lang="en" sz="1100">
                <a:solidFill>
                  <a:srgbClr val="000000"/>
                </a:solidFill>
                <a:latin typeface="Playfair Display"/>
                <a:ea typeface="Playfair Display"/>
                <a:cs typeface="Playfair Display"/>
                <a:sym typeface="Playfair Display"/>
              </a:rPr>
              <a:t> – Total number of reviews</a:t>
            </a:r>
            <a:br>
              <a:rPr lang="en" sz="1100">
                <a:solidFill>
                  <a:srgbClr val="000000"/>
                </a:solidFill>
                <a:latin typeface="Playfair Display"/>
                <a:ea typeface="Playfair Display"/>
                <a:cs typeface="Playfair Display"/>
                <a:sym typeface="Playfair Display"/>
              </a:rPr>
            </a:br>
            <a:r>
              <a:rPr lang="en" sz="1100">
                <a:solidFill>
                  <a:srgbClr val="000000"/>
                </a:solidFill>
                <a:latin typeface="Playfair Display"/>
                <a:ea typeface="Playfair Display"/>
                <a:cs typeface="Playfair Display"/>
                <a:sym typeface="Playfair Display"/>
              </a:rPr>
              <a:t> • </a:t>
            </a:r>
            <a:r>
              <a:rPr b="1" lang="en" sz="1100">
                <a:solidFill>
                  <a:srgbClr val="000000"/>
                </a:solidFill>
                <a:latin typeface="Playfair Display"/>
                <a:ea typeface="Playfair Display"/>
                <a:cs typeface="Playfair Display"/>
                <a:sym typeface="Playfair Display"/>
              </a:rPr>
              <a:t>categories</a:t>
            </a:r>
            <a:r>
              <a:rPr lang="en" sz="1100">
                <a:solidFill>
                  <a:srgbClr val="000000"/>
                </a:solidFill>
                <a:latin typeface="Playfair Display"/>
                <a:ea typeface="Playfair Display"/>
                <a:cs typeface="Playfair Display"/>
                <a:sym typeface="Playfair Display"/>
              </a:rPr>
              <a:t> – Type of cuisine or restaurant category</a:t>
            </a:r>
            <a:br>
              <a:rPr lang="en" sz="1100">
                <a:solidFill>
                  <a:srgbClr val="000000"/>
                </a:solidFill>
                <a:latin typeface="Playfair Display"/>
                <a:ea typeface="Playfair Display"/>
                <a:cs typeface="Playfair Display"/>
                <a:sym typeface="Playfair Display"/>
              </a:rPr>
            </a:br>
            <a:r>
              <a:rPr lang="en" sz="1100">
                <a:solidFill>
                  <a:srgbClr val="000000"/>
                </a:solidFill>
                <a:latin typeface="Playfair Display"/>
                <a:ea typeface="Playfair Display"/>
                <a:cs typeface="Playfair Display"/>
                <a:sym typeface="Playfair Display"/>
              </a:rPr>
              <a:t> • </a:t>
            </a:r>
            <a:r>
              <a:rPr b="1" lang="en" sz="1100">
                <a:solidFill>
                  <a:srgbClr val="000000"/>
                </a:solidFill>
                <a:latin typeface="Playfair Display"/>
                <a:ea typeface="Playfair Display"/>
                <a:cs typeface="Playfair Display"/>
                <a:sym typeface="Playfair Display"/>
              </a:rPr>
              <a:t>is_open</a:t>
            </a:r>
            <a:r>
              <a:rPr lang="en" sz="1100">
                <a:solidFill>
                  <a:srgbClr val="000000"/>
                </a:solidFill>
                <a:latin typeface="Playfair Display"/>
                <a:ea typeface="Playfair Display"/>
                <a:cs typeface="Playfair Display"/>
                <a:sym typeface="Playfair Display"/>
              </a:rPr>
              <a:t> – Whether restaurant is currently operating</a:t>
            </a:r>
            <a:endParaRPr sz="1100">
              <a:solidFill>
                <a:srgbClr val="000000"/>
              </a:solidFill>
              <a:latin typeface="Playfair Display"/>
              <a:ea typeface="Playfair Display"/>
              <a:cs typeface="Playfair Display"/>
              <a:sym typeface="Playfair Display"/>
            </a:endParaRPr>
          </a:p>
          <a:p>
            <a:pPr indent="0" lvl="0" marL="0" rtl="0" algn="l">
              <a:lnSpc>
                <a:spcPct val="150000"/>
              </a:lnSpc>
              <a:spcBef>
                <a:spcPts val="1200"/>
              </a:spcBef>
              <a:spcAft>
                <a:spcPts val="0"/>
              </a:spcAft>
              <a:buNone/>
            </a:pPr>
            <a:r>
              <a:t/>
            </a:r>
            <a:endParaRPr sz="1000">
              <a:latin typeface="Playfair Display"/>
              <a:ea typeface="Playfair Display"/>
              <a:cs typeface="Playfair Display"/>
              <a:sym typeface="Playfair Display"/>
            </a:endParaRPr>
          </a:p>
        </p:txBody>
      </p:sp>
      <p:sp>
        <p:nvSpPr>
          <p:cNvPr id="312" name="Google Shape;312;p40"/>
          <p:cNvSpPr txBox="1"/>
          <p:nvPr/>
        </p:nvSpPr>
        <p:spPr>
          <a:xfrm>
            <a:off x="367350" y="3149510"/>
            <a:ext cx="4309500" cy="241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 sz="1700">
                <a:latin typeface="Playfair Display"/>
                <a:ea typeface="Playfair Display"/>
                <a:cs typeface="Playfair Display"/>
                <a:sym typeface="Playfair Display"/>
              </a:rPr>
              <a:t>Review Data Columns</a:t>
            </a:r>
            <a:endParaRPr b="1" sz="1700">
              <a:latin typeface="Playfair Display"/>
              <a:ea typeface="Playfair Display"/>
              <a:cs typeface="Playfair Display"/>
              <a:sym typeface="Playfair Display"/>
            </a:endParaRPr>
          </a:p>
          <a:p>
            <a:pPr indent="0" lvl="0" marL="0" rtl="0" algn="l">
              <a:lnSpc>
                <a:spcPct val="115000"/>
              </a:lnSpc>
              <a:spcBef>
                <a:spcPts val="1200"/>
              </a:spcBef>
              <a:spcAft>
                <a:spcPts val="0"/>
              </a:spcAft>
              <a:buNone/>
            </a:pPr>
            <a:r>
              <a:rPr lang="en" sz="1100">
                <a:latin typeface="Playfair Display"/>
                <a:ea typeface="Playfair Display"/>
                <a:cs typeface="Playfair Display"/>
                <a:sym typeface="Playfair Display"/>
              </a:rPr>
              <a:t>• </a:t>
            </a:r>
            <a:r>
              <a:rPr b="1" lang="en" sz="1100">
                <a:latin typeface="Playfair Display"/>
                <a:ea typeface="Playfair Display"/>
                <a:cs typeface="Playfair Display"/>
                <a:sym typeface="Playfair Display"/>
              </a:rPr>
              <a:t>review_id</a:t>
            </a:r>
            <a:r>
              <a:rPr lang="en" sz="1100">
                <a:latin typeface="Playfair Display"/>
                <a:ea typeface="Playfair Display"/>
                <a:cs typeface="Playfair Display"/>
                <a:sym typeface="Playfair Display"/>
              </a:rPr>
              <a:t> – Unique review identifier</a:t>
            </a:r>
            <a:br>
              <a:rPr lang="en" sz="1100">
                <a:latin typeface="Playfair Display"/>
                <a:ea typeface="Playfair Display"/>
                <a:cs typeface="Playfair Display"/>
                <a:sym typeface="Playfair Display"/>
              </a:rPr>
            </a:br>
            <a:r>
              <a:rPr lang="en" sz="1100">
                <a:latin typeface="Playfair Display"/>
                <a:ea typeface="Playfair Display"/>
                <a:cs typeface="Playfair Display"/>
                <a:sym typeface="Playfair Display"/>
              </a:rPr>
              <a:t> • </a:t>
            </a:r>
            <a:r>
              <a:rPr b="1" lang="en" sz="1100">
                <a:latin typeface="Playfair Display"/>
                <a:ea typeface="Playfair Display"/>
                <a:cs typeface="Playfair Display"/>
                <a:sym typeface="Playfair Display"/>
              </a:rPr>
              <a:t>business_id</a:t>
            </a:r>
            <a:r>
              <a:rPr lang="en" sz="1100">
                <a:latin typeface="Playfair Display"/>
                <a:ea typeface="Playfair Display"/>
                <a:cs typeface="Playfair Display"/>
                <a:sym typeface="Playfair Display"/>
              </a:rPr>
              <a:t> – Links review to restaurant</a:t>
            </a:r>
            <a:br>
              <a:rPr lang="en" sz="1100">
                <a:latin typeface="Playfair Display"/>
                <a:ea typeface="Playfair Display"/>
                <a:cs typeface="Playfair Display"/>
                <a:sym typeface="Playfair Display"/>
              </a:rPr>
            </a:br>
            <a:r>
              <a:rPr lang="en" sz="1100">
                <a:latin typeface="Playfair Display"/>
                <a:ea typeface="Playfair Display"/>
                <a:cs typeface="Playfair Display"/>
                <a:sym typeface="Playfair Display"/>
              </a:rPr>
              <a:t> • </a:t>
            </a:r>
            <a:r>
              <a:rPr b="1" lang="en" sz="1100">
                <a:latin typeface="Playfair Display"/>
                <a:ea typeface="Playfair Display"/>
                <a:cs typeface="Playfair Display"/>
                <a:sym typeface="Playfair Display"/>
              </a:rPr>
              <a:t>user_id</a:t>
            </a:r>
            <a:r>
              <a:rPr lang="en" sz="1100">
                <a:latin typeface="Playfair Display"/>
                <a:ea typeface="Playfair Display"/>
                <a:cs typeface="Playfair Display"/>
                <a:sym typeface="Playfair Display"/>
              </a:rPr>
              <a:t> – Reviewer identifier</a:t>
            </a:r>
            <a:br>
              <a:rPr lang="en" sz="1100">
                <a:latin typeface="Playfair Display"/>
                <a:ea typeface="Playfair Display"/>
                <a:cs typeface="Playfair Display"/>
                <a:sym typeface="Playfair Display"/>
              </a:rPr>
            </a:br>
            <a:r>
              <a:rPr lang="en" sz="1100">
                <a:latin typeface="Playfair Display"/>
                <a:ea typeface="Playfair Display"/>
                <a:cs typeface="Playfair Display"/>
                <a:sym typeface="Playfair Display"/>
              </a:rPr>
              <a:t> • </a:t>
            </a:r>
            <a:r>
              <a:rPr b="1" lang="en" sz="1100">
                <a:latin typeface="Playfair Display"/>
                <a:ea typeface="Playfair Display"/>
                <a:cs typeface="Playfair Display"/>
                <a:sym typeface="Playfair Display"/>
              </a:rPr>
              <a:t>stars</a:t>
            </a:r>
            <a:r>
              <a:rPr lang="en" sz="1100">
                <a:latin typeface="Playfair Display"/>
                <a:ea typeface="Playfair Display"/>
                <a:cs typeface="Playfair Display"/>
                <a:sym typeface="Playfair Display"/>
              </a:rPr>
              <a:t> – Star rating given in review</a:t>
            </a:r>
            <a:br>
              <a:rPr lang="en" sz="1100">
                <a:latin typeface="Playfair Display"/>
                <a:ea typeface="Playfair Display"/>
                <a:cs typeface="Playfair Display"/>
                <a:sym typeface="Playfair Display"/>
              </a:rPr>
            </a:br>
            <a:r>
              <a:rPr lang="en" sz="1100">
                <a:latin typeface="Playfair Display"/>
                <a:ea typeface="Playfair Display"/>
                <a:cs typeface="Playfair Display"/>
                <a:sym typeface="Playfair Display"/>
              </a:rPr>
              <a:t> • </a:t>
            </a:r>
            <a:r>
              <a:rPr b="1" lang="en" sz="1100">
                <a:latin typeface="Playfair Display"/>
                <a:ea typeface="Playfair Display"/>
                <a:cs typeface="Playfair Display"/>
                <a:sym typeface="Playfair Display"/>
              </a:rPr>
              <a:t>text</a:t>
            </a:r>
            <a:r>
              <a:rPr lang="en" sz="1100">
                <a:latin typeface="Playfair Display"/>
                <a:ea typeface="Playfair Display"/>
                <a:cs typeface="Playfair Display"/>
                <a:sym typeface="Playfair Display"/>
              </a:rPr>
              <a:t> – Full review text (main NLP feature)</a:t>
            </a:r>
            <a:br>
              <a:rPr lang="en" sz="1100">
                <a:latin typeface="Playfair Display"/>
                <a:ea typeface="Playfair Display"/>
                <a:cs typeface="Playfair Display"/>
                <a:sym typeface="Playfair Display"/>
              </a:rPr>
            </a:br>
            <a:r>
              <a:rPr lang="en" sz="1100">
                <a:latin typeface="Playfair Display"/>
                <a:ea typeface="Playfair Display"/>
                <a:cs typeface="Playfair Display"/>
                <a:sym typeface="Playfair Display"/>
              </a:rPr>
              <a:t> • </a:t>
            </a:r>
            <a:r>
              <a:rPr b="1" lang="en" sz="1100">
                <a:latin typeface="Playfair Display"/>
                <a:ea typeface="Playfair Display"/>
                <a:cs typeface="Playfair Display"/>
                <a:sym typeface="Playfair Display"/>
              </a:rPr>
              <a:t>date</a:t>
            </a:r>
            <a:r>
              <a:rPr lang="en" sz="1100">
                <a:latin typeface="Playfair Display"/>
                <a:ea typeface="Playfair Display"/>
                <a:cs typeface="Playfair Display"/>
                <a:sym typeface="Playfair Display"/>
              </a:rPr>
              <a:t> – Review timestamp</a:t>
            </a:r>
            <a:br>
              <a:rPr lang="en" sz="1100">
                <a:latin typeface="Playfair Display"/>
                <a:ea typeface="Playfair Display"/>
                <a:cs typeface="Playfair Display"/>
                <a:sym typeface="Playfair Display"/>
              </a:rPr>
            </a:br>
            <a:r>
              <a:rPr lang="en" sz="1100">
                <a:latin typeface="Playfair Display"/>
                <a:ea typeface="Playfair Display"/>
                <a:cs typeface="Playfair Display"/>
                <a:sym typeface="Playfair Display"/>
              </a:rPr>
              <a:t> • </a:t>
            </a:r>
            <a:r>
              <a:rPr b="1" lang="en" sz="1100">
                <a:latin typeface="Playfair Display"/>
                <a:ea typeface="Playfair Display"/>
                <a:cs typeface="Playfair Display"/>
                <a:sym typeface="Playfair Display"/>
              </a:rPr>
              <a:t>useful / funny / cool</a:t>
            </a:r>
            <a:r>
              <a:rPr lang="en" sz="1100">
                <a:latin typeface="Playfair Display"/>
                <a:ea typeface="Playfair Display"/>
                <a:cs typeface="Playfair Display"/>
                <a:sym typeface="Playfair Display"/>
              </a:rPr>
              <a:t> – User engagement metrics</a:t>
            </a:r>
            <a:endParaRPr sz="1100">
              <a:latin typeface="Playfair Display"/>
              <a:ea typeface="Playfair Display"/>
              <a:cs typeface="Playfair Display"/>
              <a:sym typeface="Playfair Display"/>
            </a:endParaRPr>
          </a:p>
          <a:p>
            <a:pPr indent="0" lvl="0" marL="0" rtl="0" algn="l">
              <a:lnSpc>
                <a:spcPct val="115000"/>
              </a:lnSpc>
              <a:spcBef>
                <a:spcPts val="1200"/>
              </a:spcBef>
              <a:spcAft>
                <a:spcPts val="1200"/>
              </a:spcAft>
              <a:buNone/>
            </a:pPr>
            <a:r>
              <a:t/>
            </a:r>
            <a:endParaRPr b="1" sz="1700">
              <a:latin typeface="Playfair Display"/>
              <a:ea typeface="Playfair Display"/>
              <a:cs typeface="Playfair Display"/>
              <a:sym typeface="Playfair Display"/>
            </a:endParaRPr>
          </a:p>
        </p:txBody>
      </p:sp>
      <p:cxnSp>
        <p:nvCxnSpPr>
          <p:cNvPr id="313" name="Google Shape;313;p40"/>
          <p:cNvCxnSpPr/>
          <p:nvPr/>
        </p:nvCxnSpPr>
        <p:spPr>
          <a:xfrm rot="10800000">
            <a:off x="325325" y="1076783"/>
            <a:ext cx="8547300" cy="8700"/>
          </a:xfrm>
          <a:prstGeom prst="straightConnector1">
            <a:avLst/>
          </a:prstGeom>
          <a:noFill/>
          <a:ln cap="flat" cmpd="sng" w="9525">
            <a:solidFill>
              <a:schemeClr val="lt2"/>
            </a:solidFill>
            <a:prstDash val="solid"/>
            <a:round/>
            <a:headEnd len="med" w="med" type="none"/>
            <a:tailEnd len="med" w="med"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1"/>
          <p:cNvSpPr txBox="1"/>
          <p:nvPr>
            <p:ph type="title"/>
          </p:nvPr>
        </p:nvSpPr>
        <p:spPr>
          <a:xfrm>
            <a:off x="276075" y="457200"/>
            <a:ext cx="38001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Both Data Files:</a:t>
            </a:r>
            <a:endParaRPr/>
          </a:p>
        </p:txBody>
      </p:sp>
      <p:pic>
        <p:nvPicPr>
          <p:cNvPr id="319" name="Google Shape;319;p41"/>
          <p:cNvPicPr preferRelativeResize="0"/>
          <p:nvPr/>
        </p:nvPicPr>
        <p:blipFill>
          <a:blip r:embed="rId3">
            <a:alphaModFix/>
          </a:blip>
          <a:stretch>
            <a:fillRect/>
          </a:stretch>
        </p:blipFill>
        <p:spPr>
          <a:xfrm>
            <a:off x="228600" y="949425"/>
            <a:ext cx="8686798" cy="2088350"/>
          </a:xfrm>
          <a:prstGeom prst="rect">
            <a:avLst/>
          </a:prstGeom>
          <a:noFill/>
          <a:ln>
            <a:noFill/>
          </a:ln>
        </p:spPr>
      </p:pic>
      <p:pic>
        <p:nvPicPr>
          <p:cNvPr id="320" name="Google Shape;320;p41"/>
          <p:cNvPicPr preferRelativeResize="0"/>
          <p:nvPr/>
        </p:nvPicPr>
        <p:blipFill>
          <a:blip r:embed="rId4">
            <a:alphaModFix/>
          </a:blip>
          <a:stretch>
            <a:fillRect/>
          </a:stretch>
        </p:blipFill>
        <p:spPr>
          <a:xfrm>
            <a:off x="276075" y="3142102"/>
            <a:ext cx="5067300" cy="15525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42"/>
          <p:cNvSpPr txBox="1"/>
          <p:nvPr>
            <p:ph type="title"/>
          </p:nvPr>
        </p:nvSpPr>
        <p:spPr>
          <a:xfrm>
            <a:off x="276075" y="457200"/>
            <a:ext cx="58710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Data Filtering and Preprocessing</a:t>
            </a:r>
            <a:endParaRPr/>
          </a:p>
        </p:txBody>
      </p:sp>
      <p:cxnSp>
        <p:nvCxnSpPr>
          <p:cNvPr id="326" name="Google Shape;326;p42"/>
          <p:cNvCxnSpPr/>
          <p:nvPr/>
        </p:nvCxnSpPr>
        <p:spPr>
          <a:xfrm rot="10800000">
            <a:off x="325325" y="1076783"/>
            <a:ext cx="8547300" cy="8700"/>
          </a:xfrm>
          <a:prstGeom prst="straightConnector1">
            <a:avLst/>
          </a:prstGeom>
          <a:noFill/>
          <a:ln cap="flat" cmpd="sng" w="9525">
            <a:solidFill>
              <a:schemeClr val="lt2"/>
            </a:solidFill>
            <a:prstDash val="solid"/>
            <a:round/>
            <a:headEnd len="med" w="med" type="none"/>
            <a:tailEnd len="med" w="med" type="none"/>
          </a:ln>
        </p:spPr>
      </p:cxnSp>
      <p:sp>
        <p:nvSpPr>
          <p:cNvPr id="327" name="Google Shape;327;p42"/>
          <p:cNvSpPr txBox="1"/>
          <p:nvPr>
            <p:ph idx="1" type="subTitle"/>
          </p:nvPr>
        </p:nvSpPr>
        <p:spPr>
          <a:xfrm>
            <a:off x="325325" y="1210464"/>
            <a:ext cx="4251600" cy="2190300"/>
          </a:xfrm>
          <a:prstGeom prst="rect">
            <a:avLst/>
          </a:prstGeom>
        </p:spPr>
        <p:txBody>
          <a:bodyPr anchorCtr="0" anchor="t" bIns="0" lIns="0" spcFirstLastPara="1" rIns="0" wrap="square" tIns="0">
            <a:noAutofit/>
          </a:bodyPr>
          <a:lstStyle/>
          <a:p>
            <a:pPr indent="0" lvl="0" marL="0" rtl="0" algn="l">
              <a:lnSpc>
                <a:spcPct val="150000"/>
              </a:lnSpc>
              <a:spcBef>
                <a:spcPts val="1200"/>
              </a:spcBef>
              <a:spcAft>
                <a:spcPts val="0"/>
              </a:spcAft>
              <a:buNone/>
            </a:pPr>
            <a:r>
              <a:rPr lang="en">
                <a:solidFill>
                  <a:srgbClr val="000000"/>
                </a:solidFill>
              </a:rPr>
              <a:t>• Filtered dataset for restaurants only</a:t>
            </a:r>
            <a:br>
              <a:rPr lang="en">
                <a:solidFill>
                  <a:srgbClr val="000000"/>
                </a:solidFill>
              </a:rPr>
            </a:br>
            <a:r>
              <a:rPr lang="en">
                <a:solidFill>
                  <a:srgbClr val="000000"/>
                </a:solidFill>
              </a:rPr>
              <a:t> • Processed large Review JSON file in chunks</a:t>
            </a:r>
            <a:br>
              <a:rPr lang="en">
                <a:solidFill>
                  <a:srgbClr val="000000"/>
                </a:solidFill>
              </a:rPr>
            </a:br>
            <a:r>
              <a:rPr lang="en">
                <a:solidFill>
                  <a:srgbClr val="000000"/>
                </a:solidFill>
              </a:rPr>
              <a:t> • Handled missing values</a:t>
            </a:r>
            <a:br>
              <a:rPr lang="en">
                <a:solidFill>
                  <a:srgbClr val="000000"/>
                </a:solidFill>
              </a:rPr>
            </a:br>
            <a:r>
              <a:rPr lang="en">
                <a:solidFill>
                  <a:srgbClr val="000000"/>
                </a:solidFill>
              </a:rPr>
              <a:t> • Converted dates to datetime format</a:t>
            </a:r>
            <a:br>
              <a:rPr lang="en">
                <a:solidFill>
                  <a:srgbClr val="000000"/>
                </a:solidFill>
              </a:rPr>
            </a:br>
            <a:r>
              <a:rPr lang="en">
                <a:solidFill>
                  <a:srgbClr val="000000"/>
                </a:solidFill>
              </a:rPr>
              <a:t> • Cleaned review text (removed URLs, symbols, noise)</a:t>
            </a:r>
            <a:br>
              <a:rPr lang="en">
                <a:solidFill>
                  <a:srgbClr val="000000"/>
                </a:solidFill>
              </a:rPr>
            </a:br>
            <a:endParaRPr>
              <a:solidFill>
                <a:srgbClr val="000000"/>
              </a:solidFill>
            </a:endParaRPr>
          </a:p>
          <a:p>
            <a:pPr indent="0" lvl="0" marL="0" rtl="0" algn="l">
              <a:lnSpc>
                <a:spcPct val="115000"/>
              </a:lnSpc>
              <a:spcBef>
                <a:spcPts val="1200"/>
              </a:spcBef>
              <a:spcAft>
                <a:spcPts val="0"/>
              </a:spcAft>
              <a:buNone/>
            </a:pPr>
            <a:r>
              <a:t/>
            </a:r>
            <a:endParaRPr sz="1800"/>
          </a:p>
          <a:p>
            <a:pPr indent="0" lvl="0" marL="0" rtl="0" algn="l">
              <a:lnSpc>
                <a:spcPct val="115000"/>
              </a:lnSpc>
              <a:spcBef>
                <a:spcPts val="1200"/>
              </a:spcBef>
              <a:spcAft>
                <a:spcPts val="0"/>
              </a:spcAft>
              <a:buNone/>
            </a:pPr>
            <a:r>
              <a:t/>
            </a:r>
            <a:endParaRPr/>
          </a:p>
        </p:txBody>
      </p:sp>
      <p:sp>
        <p:nvSpPr>
          <p:cNvPr id="328" name="Google Shape;328;p42"/>
          <p:cNvSpPr txBox="1"/>
          <p:nvPr>
            <p:ph idx="1" type="subTitle"/>
          </p:nvPr>
        </p:nvSpPr>
        <p:spPr>
          <a:xfrm>
            <a:off x="4677000" y="1210464"/>
            <a:ext cx="4251600" cy="2190300"/>
          </a:xfrm>
          <a:prstGeom prst="rect">
            <a:avLst/>
          </a:prstGeom>
        </p:spPr>
        <p:txBody>
          <a:bodyPr anchorCtr="0" anchor="t" bIns="0" lIns="0" spcFirstLastPara="1" rIns="0" wrap="square" tIns="0">
            <a:noAutofit/>
          </a:bodyPr>
          <a:lstStyle/>
          <a:p>
            <a:pPr indent="0" lvl="0" marL="0" rtl="0" algn="l">
              <a:lnSpc>
                <a:spcPct val="115000"/>
              </a:lnSpc>
              <a:spcBef>
                <a:spcPts val="1200"/>
              </a:spcBef>
              <a:spcAft>
                <a:spcPts val="0"/>
              </a:spcAft>
              <a:buNone/>
            </a:pPr>
            <a:r>
              <a:rPr lang="en">
                <a:solidFill>
                  <a:srgbClr val="000000"/>
                </a:solidFill>
              </a:rPr>
              <a:t>• Original review dataset contained millions of entries</a:t>
            </a:r>
            <a:endParaRPr>
              <a:solidFill>
                <a:srgbClr val="000000"/>
              </a:solidFill>
            </a:endParaRPr>
          </a:p>
          <a:p>
            <a:pPr indent="0" lvl="0" marL="0" rtl="0" algn="l">
              <a:lnSpc>
                <a:spcPct val="115000"/>
              </a:lnSpc>
              <a:spcBef>
                <a:spcPts val="1200"/>
              </a:spcBef>
              <a:spcAft>
                <a:spcPts val="0"/>
              </a:spcAft>
              <a:buNone/>
            </a:pPr>
            <a:r>
              <a:rPr lang="en">
                <a:solidFill>
                  <a:srgbClr val="000000"/>
                </a:solidFill>
              </a:rPr>
              <a:t>• Filtered reviews to include only restaurant-related business IDs</a:t>
            </a:r>
            <a:endParaRPr>
              <a:solidFill>
                <a:srgbClr val="000000"/>
              </a:solidFill>
            </a:endParaRPr>
          </a:p>
          <a:p>
            <a:pPr indent="0" lvl="0" marL="0" rtl="0" algn="l">
              <a:lnSpc>
                <a:spcPct val="115000"/>
              </a:lnSpc>
              <a:spcBef>
                <a:spcPts val="1200"/>
              </a:spcBef>
              <a:spcAft>
                <a:spcPts val="0"/>
              </a:spcAft>
              <a:buNone/>
            </a:pPr>
            <a:r>
              <a:rPr lang="en">
                <a:solidFill>
                  <a:srgbClr val="000000"/>
                </a:solidFill>
              </a:rPr>
              <a:t>• Saved dataset for only about </a:t>
            </a:r>
            <a:r>
              <a:rPr b="1" lang="en">
                <a:solidFill>
                  <a:srgbClr val="000000"/>
                </a:solidFill>
              </a:rPr>
              <a:t>750,000 reviews</a:t>
            </a:r>
            <a:r>
              <a:rPr lang="en">
                <a:solidFill>
                  <a:srgbClr val="000000"/>
                </a:solidFill>
              </a:rPr>
              <a:t> for modeling efficiency and space</a:t>
            </a:r>
            <a:endParaRPr>
              <a:solidFill>
                <a:srgbClr val="000000"/>
              </a:solidFill>
            </a:endParaRPr>
          </a:p>
          <a:p>
            <a:pPr indent="0" lvl="0" marL="0" rtl="0" algn="l">
              <a:lnSpc>
                <a:spcPct val="115000"/>
              </a:lnSpc>
              <a:spcBef>
                <a:spcPts val="1200"/>
              </a:spcBef>
              <a:spcAft>
                <a:spcPts val="0"/>
              </a:spcAft>
              <a:buNone/>
            </a:pPr>
            <a:r>
              <a:rPr lang="en">
                <a:solidFill>
                  <a:srgbClr val="000000"/>
                </a:solidFill>
              </a:rPr>
              <a:t>• Merged review data with restaurant metadata</a:t>
            </a:r>
            <a:endParaRPr>
              <a:solidFill>
                <a:srgbClr val="000000"/>
              </a:solidFill>
            </a:endParaRPr>
          </a:p>
          <a:p>
            <a:pPr indent="0" lvl="0" marL="0" rtl="0" algn="l">
              <a:lnSpc>
                <a:spcPct val="115000"/>
              </a:lnSpc>
              <a:spcBef>
                <a:spcPts val="1200"/>
              </a:spcBef>
              <a:spcAft>
                <a:spcPts val="0"/>
              </a:spcAft>
              <a:buNone/>
            </a:pPr>
            <a:r>
              <a:rPr lang="en">
                <a:solidFill>
                  <a:srgbClr val="000000"/>
                </a:solidFill>
              </a:rPr>
              <a:t>• Created final modeling-ready merged dataset with structured + text features</a:t>
            </a:r>
            <a:endParaRPr sz="1700">
              <a:solidFill>
                <a:srgbClr val="000000"/>
              </a:solidFill>
            </a:endParaRPr>
          </a:p>
          <a:p>
            <a:pPr indent="0" lvl="0" marL="0" rtl="0" algn="l">
              <a:lnSpc>
                <a:spcPct val="115000"/>
              </a:lnSpc>
              <a:spcBef>
                <a:spcPts val="1200"/>
              </a:spcBef>
              <a:spcAft>
                <a:spcPts val="0"/>
              </a:spcAft>
              <a:buNone/>
            </a:pPr>
            <a:r>
              <a:t/>
            </a:r>
            <a:endParaRPr sz="2100">
              <a:solidFill>
                <a:srgbClr val="000000"/>
              </a:solidFill>
            </a:endParaRPr>
          </a:p>
          <a:p>
            <a:pPr indent="0" lvl="0" marL="0" rtl="0" algn="l">
              <a:lnSpc>
                <a:spcPct val="115000"/>
              </a:lnSpc>
              <a:spcBef>
                <a:spcPts val="1200"/>
              </a:spcBef>
              <a:spcAft>
                <a:spcPts val="0"/>
              </a:spcAft>
              <a:buNone/>
            </a:pPr>
            <a:r>
              <a:t/>
            </a:r>
            <a:endParaRPr sz="1700">
              <a:solidFill>
                <a:srgbClr val="000000"/>
              </a:solidFill>
            </a:endParaRPr>
          </a:p>
          <a:p>
            <a:pPr indent="0" lvl="0" marL="0" rtl="0" algn="l">
              <a:lnSpc>
                <a:spcPct val="115000"/>
              </a:lnSpc>
              <a:spcBef>
                <a:spcPts val="1200"/>
              </a:spcBef>
              <a:spcAft>
                <a:spcPts val="0"/>
              </a:spcAft>
              <a:buNone/>
            </a:pPr>
            <a:r>
              <a:t/>
            </a:r>
            <a:endParaRPr sz="1700">
              <a:solidFill>
                <a:srgbClr val="000000"/>
              </a:solidFill>
            </a:endParaRPr>
          </a:p>
          <a:p>
            <a:pPr indent="0" lvl="0" marL="0" rtl="0" algn="l">
              <a:lnSpc>
                <a:spcPct val="115000"/>
              </a:lnSpc>
              <a:spcBef>
                <a:spcPts val="1200"/>
              </a:spcBef>
              <a:spcAft>
                <a:spcPts val="0"/>
              </a:spcAft>
              <a:buNone/>
            </a:pPr>
            <a:r>
              <a:t/>
            </a:r>
            <a:endParaRPr sz="2100"/>
          </a:p>
          <a:p>
            <a:pPr indent="0" lvl="0" marL="0" rtl="0" algn="l">
              <a:lnSpc>
                <a:spcPct val="115000"/>
              </a:lnSpc>
              <a:spcBef>
                <a:spcPts val="1200"/>
              </a:spcBef>
              <a:spcAft>
                <a:spcPts val="0"/>
              </a:spcAft>
              <a:buNone/>
            </a:pPr>
            <a:r>
              <a:t/>
            </a:r>
            <a:endParaRPr sz="17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3"/>
          <p:cNvSpPr txBox="1"/>
          <p:nvPr>
            <p:ph type="title"/>
          </p:nvPr>
        </p:nvSpPr>
        <p:spPr>
          <a:xfrm>
            <a:off x="276075" y="457200"/>
            <a:ext cx="38001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Merged File</a:t>
            </a:r>
            <a:endParaRPr/>
          </a:p>
        </p:txBody>
      </p:sp>
      <p:sp>
        <p:nvSpPr>
          <p:cNvPr id="334" name="Google Shape;334;p43"/>
          <p:cNvSpPr txBox="1"/>
          <p:nvPr>
            <p:ph idx="22" type="subTitle"/>
          </p:nvPr>
        </p:nvSpPr>
        <p:spPr>
          <a:xfrm>
            <a:off x="276075" y="4815950"/>
            <a:ext cx="2010000" cy="18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335" name="Google Shape;335;p43"/>
          <p:cNvPicPr preferRelativeResize="0"/>
          <p:nvPr/>
        </p:nvPicPr>
        <p:blipFill>
          <a:blip r:embed="rId3">
            <a:alphaModFix/>
          </a:blip>
          <a:stretch>
            <a:fillRect/>
          </a:stretch>
        </p:blipFill>
        <p:spPr>
          <a:xfrm>
            <a:off x="152400" y="1248313"/>
            <a:ext cx="8839198" cy="26468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44"/>
          <p:cNvSpPr txBox="1"/>
          <p:nvPr>
            <p:ph type="title"/>
          </p:nvPr>
        </p:nvSpPr>
        <p:spPr>
          <a:xfrm>
            <a:off x="270983" y="1006850"/>
            <a:ext cx="33429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1400">
                <a:solidFill>
                  <a:srgbClr val="000000"/>
                </a:solidFill>
              </a:rPr>
              <a:t>• Final dataset contained </a:t>
            </a:r>
            <a:r>
              <a:rPr b="1" lang="en" sz="1400">
                <a:solidFill>
                  <a:srgbClr val="000000"/>
                </a:solidFill>
              </a:rPr>
              <a:t>750,000 reviews</a:t>
            </a:r>
            <a:r>
              <a:rPr lang="en" sz="1400">
                <a:solidFill>
                  <a:srgbClr val="000000"/>
                </a:solidFill>
              </a:rPr>
              <a:t> across </a:t>
            </a:r>
            <a:r>
              <a:rPr b="1" lang="en" sz="1400">
                <a:solidFill>
                  <a:srgbClr val="000000"/>
                </a:solidFill>
              </a:rPr>
              <a:t>10,042 restaurants</a:t>
            </a:r>
            <a:endParaRPr b="1" sz="2100"/>
          </a:p>
        </p:txBody>
      </p:sp>
      <p:sp>
        <p:nvSpPr>
          <p:cNvPr id="341" name="Google Shape;341;p44"/>
          <p:cNvSpPr txBox="1"/>
          <p:nvPr>
            <p:ph idx="2" type="title"/>
          </p:nvPr>
        </p:nvSpPr>
        <p:spPr>
          <a:xfrm>
            <a:off x="276083" y="1521300"/>
            <a:ext cx="33429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1400"/>
              <a:t>• Rating distribution is positively skewed (majority 4–5 star reviews)</a:t>
            </a:r>
            <a:endParaRPr sz="1400"/>
          </a:p>
        </p:txBody>
      </p:sp>
      <p:sp>
        <p:nvSpPr>
          <p:cNvPr id="342" name="Google Shape;342;p44"/>
          <p:cNvSpPr txBox="1"/>
          <p:nvPr>
            <p:ph idx="4" type="title"/>
          </p:nvPr>
        </p:nvSpPr>
        <p:spPr>
          <a:xfrm>
            <a:off x="228592" y="2035750"/>
            <a:ext cx="33429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1400">
                <a:solidFill>
                  <a:srgbClr val="000000"/>
                </a:solidFill>
              </a:rPr>
              <a:t>• Average review rating ≈ </a:t>
            </a:r>
            <a:r>
              <a:rPr b="1" lang="en" sz="1400">
                <a:solidFill>
                  <a:srgbClr val="000000"/>
                </a:solidFill>
              </a:rPr>
              <a:t>3.8 stars</a:t>
            </a:r>
            <a:r>
              <a:rPr lang="en" sz="1400">
                <a:solidFill>
                  <a:srgbClr val="000000"/>
                </a:solidFill>
              </a:rPr>
              <a:t>, indicating generally positive sentiment</a:t>
            </a:r>
            <a:endParaRPr sz="1400"/>
          </a:p>
        </p:txBody>
      </p:sp>
      <p:sp>
        <p:nvSpPr>
          <p:cNvPr id="343" name="Google Shape;343;p44"/>
          <p:cNvSpPr txBox="1"/>
          <p:nvPr>
            <p:ph idx="7" type="title"/>
          </p:nvPr>
        </p:nvSpPr>
        <p:spPr>
          <a:xfrm>
            <a:off x="276075" y="457200"/>
            <a:ext cx="85944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Exploratory Data Analysis </a:t>
            </a:r>
            <a:endParaRPr/>
          </a:p>
        </p:txBody>
      </p:sp>
      <p:sp>
        <p:nvSpPr>
          <p:cNvPr id="344" name="Google Shape;344;p44"/>
          <p:cNvSpPr txBox="1"/>
          <p:nvPr>
            <p:ph idx="1" type="subTitle"/>
          </p:nvPr>
        </p:nvSpPr>
        <p:spPr>
          <a:xfrm>
            <a:off x="276075" y="4815950"/>
            <a:ext cx="2010000" cy="18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345" name="Google Shape;345;p44"/>
          <p:cNvPicPr preferRelativeResize="0"/>
          <p:nvPr/>
        </p:nvPicPr>
        <p:blipFill>
          <a:blip r:embed="rId3">
            <a:alphaModFix/>
          </a:blip>
          <a:stretch>
            <a:fillRect/>
          </a:stretch>
        </p:blipFill>
        <p:spPr>
          <a:xfrm>
            <a:off x="276074" y="2585400"/>
            <a:ext cx="3880625" cy="2423174"/>
          </a:xfrm>
          <a:prstGeom prst="rect">
            <a:avLst/>
          </a:prstGeom>
          <a:noFill/>
          <a:ln>
            <a:noFill/>
          </a:ln>
        </p:spPr>
      </p:pic>
      <p:graphicFrame>
        <p:nvGraphicFramePr>
          <p:cNvPr id="346" name="Google Shape;346;p44"/>
          <p:cNvGraphicFramePr/>
          <p:nvPr/>
        </p:nvGraphicFramePr>
        <p:xfrm>
          <a:off x="5034725" y="113400"/>
          <a:ext cx="3000000" cy="3000000"/>
        </p:xfrm>
        <a:graphic>
          <a:graphicData uri="http://schemas.openxmlformats.org/drawingml/2006/table">
            <a:tbl>
              <a:tblPr>
                <a:noFill/>
                <a:tableStyleId>{BF12AFFF-3769-4123-B452-0189D980E2B8}</a:tableStyleId>
              </a:tblPr>
              <a:tblGrid>
                <a:gridCol w="786525"/>
                <a:gridCol w="1083975"/>
                <a:gridCol w="1083975"/>
                <a:gridCol w="1083975"/>
              </a:tblGrid>
              <a:tr h="537500">
                <a:tc>
                  <a:txBody>
                    <a:bodyPr/>
                    <a:lstStyle/>
                    <a:p>
                      <a:pPr indent="0" lvl="0" marL="0" rtl="0" algn="l">
                        <a:spcBef>
                          <a:spcPts val="0"/>
                        </a:spcBef>
                        <a:spcAft>
                          <a:spcPts val="0"/>
                        </a:spcAft>
                        <a:buNone/>
                      </a:pPr>
                      <a:r>
                        <a:t/>
                      </a:r>
                      <a:endParaRPr/>
                    </a:p>
                  </a:txBody>
                  <a:tcPr marT="91425" marB="9142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en" sz="1100"/>
                        <a:t>stars_review</a:t>
                      </a:r>
                      <a:endParaRPr b="1" sz="1100"/>
                    </a:p>
                  </a:txBody>
                  <a:tcPr marT="91425" marB="9142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en" sz="1100"/>
                        <a:t>stars_business</a:t>
                      </a:r>
                      <a:endParaRPr b="1" sz="1100"/>
                    </a:p>
                  </a:txBody>
                  <a:tcPr marT="91425" marB="9142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en" sz="1100"/>
                        <a:t>review_count</a:t>
                      </a:r>
                      <a:endParaRPr b="1" sz="1100"/>
                    </a:p>
                  </a:txBody>
                  <a:tcPr marT="91425" marB="9142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r>
              <a:tr h="573800">
                <a:tc>
                  <a:txBody>
                    <a:bodyPr/>
                    <a:lstStyle/>
                    <a:p>
                      <a:pPr indent="0" lvl="0" marL="0" rtl="0" algn="ctr">
                        <a:lnSpc>
                          <a:spcPct val="115000"/>
                        </a:lnSpc>
                        <a:spcBef>
                          <a:spcPts val="0"/>
                        </a:spcBef>
                        <a:spcAft>
                          <a:spcPts val="0"/>
                        </a:spcAft>
                        <a:buNone/>
                      </a:pPr>
                      <a:r>
                        <a:rPr b="1" lang="en" sz="1100"/>
                        <a:t>count</a:t>
                      </a:r>
                      <a:endParaRPr b="1" sz="1100"/>
                    </a:p>
                  </a:txBody>
                  <a:tcPr marT="91425" marB="91425" marR="91425" marL="91425" anchor="ctr">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rtl="0" algn="l">
                        <a:spcBef>
                          <a:spcPts val="0"/>
                        </a:spcBef>
                        <a:spcAft>
                          <a:spcPts val="0"/>
                        </a:spcAft>
                        <a:buNone/>
                      </a:pPr>
                      <a:r>
                        <a:rPr lang="en"/>
                        <a:t>750000.</a:t>
                      </a:r>
                      <a:endParaRPr/>
                    </a:p>
                  </a:txBody>
                  <a:tcPr marT="91425" marB="9142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rtl="0" algn="l">
                        <a:spcBef>
                          <a:spcPts val="0"/>
                        </a:spcBef>
                        <a:spcAft>
                          <a:spcPts val="0"/>
                        </a:spcAft>
                        <a:buNone/>
                      </a:pPr>
                      <a:r>
                        <a:rPr lang="en"/>
                        <a:t>750000.</a:t>
                      </a:r>
                      <a:endParaRPr/>
                    </a:p>
                  </a:txBody>
                  <a:tcPr marT="91425" marB="9142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rtl="0" algn="l">
                        <a:spcBef>
                          <a:spcPts val="0"/>
                        </a:spcBef>
                        <a:spcAft>
                          <a:spcPts val="0"/>
                        </a:spcAft>
                        <a:buNone/>
                      </a:pPr>
                      <a:r>
                        <a:rPr lang="en"/>
                        <a:t>750000.</a:t>
                      </a:r>
                      <a:endParaRPr/>
                    </a:p>
                  </a:txBody>
                  <a:tcPr marT="91425" marB="9142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r>
              <a:tr h="573800">
                <a:tc>
                  <a:txBody>
                    <a:bodyPr/>
                    <a:lstStyle/>
                    <a:p>
                      <a:pPr indent="0" lvl="0" marL="0" rtl="0" algn="ctr">
                        <a:lnSpc>
                          <a:spcPct val="115000"/>
                        </a:lnSpc>
                        <a:spcBef>
                          <a:spcPts val="0"/>
                        </a:spcBef>
                        <a:spcAft>
                          <a:spcPts val="0"/>
                        </a:spcAft>
                        <a:buNone/>
                      </a:pPr>
                      <a:r>
                        <a:rPr b="1" lang="en" sz="1100"/>
                        <a:t>mean</a:t>
                      </a:r>
                      <a:endParaRPr b="1" sz="1100"/>
                    </a:p>
                  </a:txBody>
                  <a:tcPr marT="91425" marB="91425" marR="91425" marL="91425" anchor="ctr">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rtl="0" algn="l">
                        <a:spcBef>
                          <a:spcPts val="0"/>
                        </a:spcBef>
                        <a:spcAft>
                          <a:spcPts val="0"/>
                        </a:spcAft>
                        <a:buNone/>
                      </a:pPr>
                      <a:r>
                        <a:rPr b="1" lang="en"/>
                        <a:t>3.800560</a:t>
                      </a:r>
                      <a:endParaRPr b="1"/>
                    </a:p>
                  </a:txBody>
                  <a:tcPr marT="91425" marB="9142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rtl="0" algn="l">
                        <a:spcBef>
                          <a:spcPts val="0"/>
                        </a:spcBef>
                        <a:spcAft>
                          <a:spcPts val="0"/>
                        </a:spcAft>
                        <a:buNone/>
                      </a:pPr>
                      <a:r>
                        <a:rPr b="1" lang="en"/>
                        <a:t>3.782142</a:t>
                      </a:r>
                      <a:endParaRPr b="1"/>
                    </a:p>
                  </a:txBody>
                  <a:tcPr marT="91425" marB="9142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rtl="0" algn="l">
                        <a:spcBef>
                          <a:spcPts val="0"/>
                        </a:spcBef>
                        <a:spcAft>
                          <a:spcPts val="0"/>
                        </a:spcAft>
                        <a:buNone/>
                      </a:pPr>
                      <a:r>
                        <a:rPr b="1" lang="en"/>
                        <a:t>444.46093</a:t>
                      </a:r>
                      <a:endParaRPr b="1"/>
                    </a:p>
                  </a:txBody>
                  <a:tcPr marT="91425" marB="9142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r>
              <a:tr h="573800">
                <a:tc>
                  <a:txBody>
                    <a:bodyPr/>
                    <a:lstStyle/>
                    <a:p>
                      <a:pPr indent="0" lvl="0" marL="0" rtl="0" algn="ctr">
                        <a:lnSpc>
                          <a:spcPct val="115000"/>
                        </a:lnSpc>
                        <a:spcBef>
                          <a:spcPts val="0"/>
                        </a:spcBef>
                        <a:spcAft>
                          <a:spcPts val="0"/>
                        </a:spcAft>
                        <a:buNone/>
                      </a:pPr>
                      <a:r>
                        <a:rPr b="1" lang="en" sz="1100"/>
                        <a:t>std</a:t>
                      </a:r>
                      <a:endParaRPr b="1" sz="1100"/>
                    </a:p>
                  </a:txBody>
                  <a:tcPr marT="91425" marB="91425" marR="91425" marL="91425" anchor="ctr">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rtl="0" algn="l">
                        <a:spcBef>
                          <a:spcPts val="0"/>
                        </a:spcBef>
                        <a:spcAft>
                          <a:spcPts val="0"/>
                        </a:spcAft>
                        <a:buNone/>
                      </a:pPr>
                      <a:r>
                        <a:rPr lang="en"/>
                        <a:t>1.368162</a:t>
                      </a:r>
                      <a:endParaRPr/>
                    </a:p>
                  </a:txBody>
                  <a:tcPr marT="91425" marB="9142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rtl="0" algn="l">
                        <a:spcBef>
                          <a:spcPts val="0"/>
                        </a:spcBef>
                        <a:spcAft>
                          <a:spcPts val="0"/>
                        </a:spcAft>
                        <a:buNone/>
                      </a:pPr>
                      <a:r>
                        <a:rPr lang="en"/>
                        <a:t>0.612794</a:t>
                      </a:r>
                      <a:endParaRPr/>
                    </a:p>
                  </a:txBody>
                  <a:tcPr marT="91425" marB="9142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rtl="0" algn="l">
                        <a:spcBef>
                          <a:spcPts val="0"/>
                        </a:spcBef>
                        <a:spcAft>
                          <a:spcPts val="0"/>
                        </a:spcAft>
                        <a:buNone/>
                      </a:pPr>
                      <a:r>
                        <a:rPr lang="en"/>
                        <a:t>613.34869</a:t>
                      </a:r>
                      <a:endParaRPr/>
                    </a:p>
                  </a:txBody>
                  <a:tcPr marT="91425" marB="9142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r>
              <a:tr h="374050">
                <a:tc>
                  <a:txBody>
                    <a:bodyPr/>
                    <a:lstStyle/>
                    <a:p>
                      <a:pPr indent="0" lvl="0" marL="0" rtl="0" algn="ctr">
                        <a:lnSpc>
                          <a:spcPct val="115000"/>
                        </a:lnSpc>
                        <a:spcBef>
                          <a:spcPts val="0"/>
                        </a:spcBef>
                        <a:spcAft>
                          <a:spcPts val="0"/>
                        </a:spcAft>
                        <a:buNone/>
                      </a:pPr>
                      <a:r>
                        <a:rPr b="1" lang="en" sz="1100"/>
                        <a:t>min</a:t>
                      </a:r>
                      <a:endParaRPr b="1" sz="1100"/>
                    </a:p>
                  </a:txBody>
                  <a:tcPr marT="91425" marB="91425" marR="91425" marL="91425" anchor="ctr">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rtl="0" algn="l">
                        <a:spcBef>
                          <a:spcPts val="0"/>
                        </a:spcBef>
                        <a:spcAft>
                          <a:spcPts val="0"/>
                        </a:spcAft>
                        <a:buNone/>
                      </a:pPr>
                      <a:r>
                        <a:rPr lang="en"/>
                        <a:t>1.000000</a:t>
                      </a:r>
                      <a:endParaRPr/>
                    </a:p>
                  </a:txBody>
                  <a:tcPr marT="91425" marB="9142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rtl="0" algn="l">
                        <a:spcBef>
                          <a:spcPts val="0"/>
                        </a:spcBef>
                        <a:spcAft>
                          <a:spcPts val="0"/>
                        </a:spcAft>
                        <a:buNone/>
                      </a:pPr>
                      <a:r>
                        <a:rPr lang="en"/>
                        <a:t>1.000000</a:t>
                      </a:r>
                      <a:endParaRPr/>
                    </a:p>
                  </a:txBody>
                  <a:tcPr marT="91425" marB="9142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rtl="0" algn="l">
                        <a:spcBef>
                          <a:spcPts val="0"/>
                        </a:spcBef>
                        <a:spcAft>
                          <a:spcPts val="0"/>
                        </a:spcAft>
                        <a:buNone/>
                      </a:pPr>
                      <a:r>
                        <a:rPr lang="en"/>
                        <a:t>5.000000</a:t>
                      </a:r>
                      <a:endParaRPr/>
                    </a:p>
                  </a:txBody>
                  <a:tcPr marT="91425" marB="9142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r>
              <a:tr h="517650">
                <a:tc>
                  <a:txBody>
                    <a:bodyPr/>
                    <a:lstStyle/>
                    <a:p>
                      <a:pPr indent="0" lvl="0" marL="0" rtl="0" algn="ctr">
                        <a:lnSpc>
                          <a:spcPct val="115000"/>
                        </a:lnSpc>
                        <a:spcBef>
                          <a:spcPts val="0"/>
                        </a:spcBef>
                        <a:spcAft>
                          <a:spcPts val="0"/>
                        </a:spcAft>
                        <a:buNone/>
                      </a:pPr>
                      <a:r>
                        <a:rPr b="1" lang="en" sz="1100"/>
                        <a:t>25%</a:t>
                      </a:r>
                      <a:endParaRPr b="1" sz="1100"/>
                    </a:p>
                  </a:txBody>
                  <a:tcPr marT="91425" marB="91425" marR="91425" marL="91425" anchor="ctr">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rtl="0" algn="l">
                        <a:spcBef>
                          <a:spcPts val="0"/>
                        </a:spcBef>
                        <a:spcAft>
                          <a:spcPts val="0"/>
                        </a:spcAft>
                        <a:buNone/>
                      </a:pPr>
                      <a:r>
                        <a:rPr lang="en"/>
                        <a:t>3.000000</a:t>
                      </a:r>
                      <a:endParaRPr/>
                    </a:p>
                  </a:txBody>
                  <a:tcPr marT="91425" marB="9142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rtl="0" algn="l">
                        <a:spcBef>
                          <a:spcPts val="0"/>
                        </a:spcBef>
                        <a:spcAft>
                          <a:spcPts val="0"/>
                        </a:spcAft>
                        <a:buNone/>
                      </a:pPr>
                      <a:r>
                        <a:rPr lang="en"/>
                        <a:t>3.500000</a:t>
                      </a:r>
                      <a:endParaRPr/>
                    </a:p>
                  </a:txBody>
                  <a:tcPr marT="91425" marB="9142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rtl="0" algn="l">
                        <a:spcBef>
                          <a:spcPts val="0"/>
                        </a:spcBef>
                        <a:spcAft>
                          <a:spcPts val="0"/>
                        </a:spcAft>
                        <a:buNone/>
                      </a:pPr>
                      <a:r>
                        <a:rPr lang="en"/>
                        <a:t>94.000000</a:t>
                      </a:r>
                      <a:endParaRPr/>
                    </a:p>
                  </a:txBody>
                  <a:tcPr marT="91425" marB="9142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r>
              <a:tr h="573800">
                <a:tc>
                  <a:txBody>
                    <a:bodyPr/>
                    <a:lstStyle/>
                    <a:p>
                      <a:pPr indent="0" lvl="0" marL="0" rtl="0" algn="ctr">
                        <a:lnSpc>
                          <a:spcPct val="115000"/>
                        </a:lnSpc>
                        <a:spcBef>
                          <a:spcPts val="0"/>
                        </a:spcBef>
                        <a:spcAft>
                          <a:spcPts val="0"/>
                        </a:spcAft>
                        <a:buNone/>
                      </a:pPr>
                      <a:r>
                        <a:rPr b="1" lang="en" sz="1100"/>
                        <a:t>50%</a:t>
                      </a:r>
                      <a:endParaRPr b="1" sz="1100"/>
                    </a:p>
                  </a:txBody>
                  <a:tcPr marT="91425" marB="91425" marR="91425" marL="91425" anchor="ctr">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rtl="0" algn="l">
                        <a:spcBef>
                          <a:spcPts val="0"/>
                        </a:spcBef>
                        <a:spcAft>
                          <a:spcPts val="0"/>
                        </a:spcAft>
                        <a:buNone/>
                      </a:pPr>
                      <a:r>
                        <a:rPr lang="en"/>
                        <a:t>4.000000</a:t>
                      </a:r>
                      <a:endParaRPr/>
                    </a:p>
                  </a:txBody>
                  <a:tcPr marT="91425" marB="9142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rtl="0" algn="l">
                        <a:spcBef>
                          <a:spcPts val="0"/>
                        </a:spcBef>
                        <a:spcAft>
                          <a:spcPts val="0"/>
                        </a:spcAft>
                        <a:buNone/>
                      </a:pPr>
                      <a:r>
                        <a:rPr lang="en"/>
                        <a:t>4.000000</a:t>
                      </a:r>
                      <a:endParaRPr/>
                    </a:p>
                  </a:txBody>
                  <a:tcPr marT="91425" marB="9142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rtl="0" algn="l">
                        <a:spcBef>
                          <a:spcPts val="0"/>
                        </a:spcBef>
                        <a:spcAft>
                          <a:spcPts val="0"/>
                        </a:spcAft>
                        <a:buNone/>
                      </a:pPr>
                      <a:r>
                        <a:rPr lang="en"/>
                        <a:t>227.00000</a:t>
                      </a:r>
                      <a:endParaRPr/>
                    </a:p>
                  </a:txBody>
                  <a:tcPr marT="91425" marB="9142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r>
              <a:tr h="573800">
                <a:tc>
                  <a:txBody>
                    <a:bodyPr/>
                    <a:lstStyle/>
                    <a:p>
                      <a:pPr indent="0" lvl="0" marL="0" rtl="0" algn="ctr">
                        <a:lnSpc>
                          <a:spcPct val="115000"/>
                        </a:lnSpc>
                        <a:spcBef>
                          <a:spcPts val="0"/>
                        </a:spcBef>
                        <a:spcAft>
                          <a:spcPts val="0"/>
                        </a:spcAft>
                        <a:buNone/>
                      </a:pPr>
                      <a:r>
                        <a:rPr b="1" lang="en" sz="1100"/>
                        <a:t>75%</a:t>
                      </a:r>
                      <a:endParaRPr b="1" sz="1100"/>
                    </a:p>
                  </a:txBody>
                  <a:tcPr marT="91425" marB="91425" marR="91425" marL="91425" anchor="ctr">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rtl="0" algn="l">
                        <a:spcBef>
                          <a:spcPts val="0"/>
                        </a:spcBef>
                        <a:spcAft>
                          <a:spcPts val="0"/>
                        </a:spcAft>
                        <a:buNone/>
                      </a:pPr>
                      <a:r>
                        <a:rPr lang="en"/>
                        <a:t>5.000000</a:t>
                      </a:r>
                      <a:endParaRPr/>
                    </a:p>
                  </a:txBody>
                  <a:tcPr marT="91425" marB="9142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rtl="0" algn="l">
                        <a:spcBef>
                          <a:spcPts val="0"/>
                        </a:spcBef>
                        <a:spcAft>
                          <a:spcPts val="0"/>
                        </a:spcAft>
                        <a:buNone/>
                      </a:pPr>
                      <a:r>
                        <a:rPr lang="en"/>
                        <a:t>4.000000</a:t>
                      </a:r>
                      <a:endParaRPr/>
                    </a:p>
                  </a:txBody>
                  <a:tcPr marT="91425" marB="9142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rtl="0" algn="l">
                        <a:spcBef>
                          <a:spcPts val="0"/>
                        </a:spcBef>
                        <a:spcAft>
                          <a:spcPts val="0"/>
                        </a:spcAft>
                        <a:buNone/>
                      </a:pPr>
                      <a:r>
                        <a:rPr lang="en"/>
                        <a:t>528.00000</a:t>
                      </a:r>
                      <a:endParaRPr/>
                    </a:p>
                  </a:txBody>
                  <a:tcPr marT="91425" marB="9142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r>
              <a:tr h="573800">
                <a:tc>
                  <a:txBody>
                    <a:bodyPr/>
                    <a:lstStyle/>
                    <a:p>
                      <a:pPr indent="0" lvl="0" marL="0" rtl="0" algn="ctr">
                        <a:lnSpc>
                          <a:spcPct val="115000"/>
                        </a:lnSpc>
                        <a:spcBef>
                          <a:spcPts val="0"/>
                        </a:spcBef>
                        <a:spcAft>
                          <a:spcPts val="0"/>
                        </a:spcAft>
                        <a:buNone/>
                      </a:pPr>
                      <a:r>
                        <a:rPr b="1" lang="en" sz="1100"/>
                        <a:t>max</a:t>
                      </a:r>
                      <a:endParaRPr b="1" sz="1100"/>
                    </a:p>
                  </a:txBody>
                  <a:tcPr marT="91425" marB="91425" marR="91425" marL="91425" anchor="ctr">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rtl="0" algn="l">
                        <a:spcBef>
                          <a:spcPts val="0"/>
                        </a:spcBef>
                        <a:spcAft>
                          <a:spcPts val="0"/>
                        </a:spcAft>
                        <a:buNone/>
                      </a:pPr>
                      <a:r>
                        <a:rPr lang="en"/>
                        <a:t>5.000000</a:t>
                      </a:r>
                      <a:endParaRPr/>
                    </a:p>
                  </a:txBody>
                  <a:tcPr marT="91425" marB="9142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rtl="0" algn="l">
                        <a:spcBef>
                          <a:spcPts val="0"/>
                        </a:spcBef>
                        <a:spcAft>
                          <a:spcPts val="0"/>
                        </a:spcAft>
                        <a:buNone/>
                      </a:pPr>
                      <a:r>
                        <a:rPr lang="en"/>
                        <a:t>5.000000</a:t>
                      </a:r>
                      <a:endParaRPr/>
                    </a:p>
                  </a:txBody>
                  <a:tcPr marT="91425" marB="9142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rtl="0" algn="l">
                        <a:spcBef>
                          <a:spcPts val="0"/>
                        </a:spcBef>
                        <a:spcAft>
                          <a:spcPts val="0"/>
                        </a:spcAft>
                        <a:buNone/>
                      </a:pPr>
                      <a:r>
                        <a:rPr lang="en"/>
                        <a:t>4554.0000</a:t>
                      </a:r>
                      <a:endParaRPr/>
                    </a:p>
                  </a:txBody>
                  <a:tcPr marT="91425" marB="9142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350" name="Shape 350"/>
        <p:cNvGrpSpPr/>
        <p:nvPr/>
      </p:nvGrpSpPr>
      <p:grpSpPr>
        <a:xfrm>
          <a:off x="0" y="0"/>
          <a:ext cx="0" cy="0"/>
          <a:chOff x="0" y="0"/>
          <a:chExt cx="0" cy="0"/>
        </a:xfrm>
      </p:grpSpPr>
      <p:sp>
        <p:nvSpPr>
          <p:cNvPr id="351" name="Google Shape;351;p45"/>
          <p:cNvSpPr txBox="1"/>
          <p:nvPr/>
        </p:nvSpPr>
        <p:spPr>
          <a:xfrm>
            <a:off x="585593" y="1430693"/>
            <a:ext cx="3676200" cy="1077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solidFill>
                  <a:schemeClr val="lt1"/>
                </a:solidFill>
                <a:latin typeface="Playfair Display Medium"/>
                <a:ea typeface="Playfair Display Medium"/>
                <a:cs typeface="Playfair Display Medium"/>
                <a:sym typeface="Playfair Display Medium"/>
              </a:rPr>
              <a:t>Converted star ratings into binary sentiment labels</a:t>
            </a:r>
            <a:endParaRPr>
              <a:solidFill>
                <a:schemeClr val="lt1"/>
              </a:solidFill>
              <a:latin typeface="Playfair Display Medium"/>
              <a:ea typeface="Playfair Display Medium"/>
              <a:cs typeface="Playfair Display Medium"/>
              <a:sym typeface="Playfair Display Medium"/>
            </a:endParaRPr>
          </a:p>
          <a:p>
            <a:pPr indent="0" lvl="0" marL="0" rtl="0" algn="l">
              <a:spcBef>
                <a:spcPts val="0"/>
              </a:spcBef>
              <a:spcAft>
                <a:spcPts val="0"/>
              </a:spcAft>
              <a:buNone/>
            </a:pPr>
            <a:r>
              <a:rPr lang="en">
                <a:solidFill>
                  <a:schemeClr val="lt1"/>
                </a:solidFill>
                <a:latin typeface="Playfair Display Medium"/>
                <a:ea typeface="Playfair Display Medium"/>
                <a:cs typeface="Playfair Display Medium"/>
                <a:sym typeface="Playfair Display Medium"/>
              </a:rPr>
              <a:t>  – ≥ 4 stars → Positive</a:t>
            </a:r>
            <a:endParaRPr>
              <a:solidFill>
                <a:schemeClr val="lt1"/>
              </a:solidFill>
              <a:latin typeface="Playfair Display Medium"/>
              <a:ea typeface="Playfair Display Medium"/>
              <a:cs typeface="Playfair Display Medium"/>
              <a:sym typeface="Playfair Display Medium"/>
            </a:endParaRPr>
          </a:p>
          <a:p>
            <a:pPr indent="0" lvl="0" marL="0" rtl="0" algn="l">
              <a:spcBef>
                <a:spcPts val="0"/>
              </a:spcBef>
              <a:spcAft>
                <a:spcPts val="0"/>
              </a:spcAft>
              <a:buNone/>
            </a:pPr>
            <a:r>
              <a:rPr lang="en">
                <a:solidFill>
                  <a:schemeClr val="lt1"/>
                </a:solidFill>
                <a:latin typeface="Playfair Display Medium"/>
                <a:ea typeface="Playfair Display Medium"/>
                <a:cs typeface="Playfair Display Medium"/>
                <a:sym typeface="Playfair Display Medium"/>
              </a:rPr>
              <a:t>  – ≤ 2 stars → Negative</a:t>
            </a:r>
            <a:endParaRPr>
              <a:solidFill>
                <a:schemeClr val="lt1"/>
              </a:solidFill>
              <a:latin typeface="Playfair Display Medium"/>
              <a:ea typeface="Playfair Display Medium"/>
              <a:cs typeface="Playfair Display Medium"/>
              <a:sym typeface="Playfair Display Medium"/>
            </a:endParaRPr>
          </a:p>
          <a:p>
            <a:pPr indent="0" lvl="0" marL="0" rtl="0" algn="l">
              <a:spcBef>
                <a:spcPts val="0"/>
              </a:spcBef>
              <a:spcAft>
                <a:spcPts val="0"/>
              </a:spcAft>
              <a:buNone/>
            </a:pPr>
            <a:r>
              <a:rPr lang="en">
                <a:solidFill>
                  <a:schemeClr val="lt1"/>
                </a:solidFill>
                <a:latin typeface="Playfair Display Medium"/>
                <a:ea typeface="Playfair Display Medium"/>
                <a:cs typeface="Playfair Display Medium"/>
                <a:sym typeface="Playfair Display Medium"/>
              </a:rPr>
              <a:t>  – Removed neutral (3-star) reviews</a:t>
            </a:r>
            <a:endParaRPr>
              <a:solidFill>
                <a:schemeClr val="lt1"/>
              </a:solidFill>
              <a:latin typeface="Playfair Display Medium"/>
              <a:ea typeface="Playfair Display Medium"/>
              <a:cs typeface="Playfair Display Medium"/>
              <a:sym typeface="Playfair Display Medium"/>
            </a:endParaRPr>
          </a:p>
        </p:txBody>
      </p:sp>
      <p:cxnSp>
        <p:nvCxnSpPr>
          <p:cNvPr id="352" name="Google Shape;352;p45"/>
          <p:cNvCxnSpPr/>
          <p:nvPr/>
        </p:nvCxnSpPr>
        <p:spPr>
          <a:xfrm>
            <a:off x="284696" y="1568967"/>
            <a:ext cx="102000" cy="0"/>
          </a:xfrm>
          <a:prstGeom prst="straightConnector1">
            <a:avLst/>
          </a:prstGeom>
          <a:noFill/>
          <a:ln cap="flat" cmpd="sng" w="19050">
            <a:solidFill>
              <a:schemeClr val="lt1"/>
            </a:solidFill>
            <a:prstDash val="solid"/>
            <a:round/>
            <a:headEnd len="med" w="med" type="none"/>
            <a:tailEnd len="med" w="med" type="none"/>
          </a:ln>
        </p:spPr>
      </p:cxnSp>
      <p:sp>
        <p:nvSpPr>
          <p:cNvPr id="353" name="Google Shape;353;p45"/>
          <p:cNvSpPr txBox="1"/>
          <p:nvPr/>
        </p:nvSpPr>
        <p:spPr>
          <a:xfrm>
            <a:off x="556019" y="2571750"/>
            <a:ext cx="3876900" cy="646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solidFill>
                  <a:schemeClr val="lt1"/>
                </a:solidFill>
                <a:latin typeface="Playfair Display Medium"/>
                <a:ea typeface="Playfair Display Medium"/>
                <a:cs typeface="Playfair Display Medium"/>
                <a:sym typeface="Playfair Display Medium"/>
              </a:rPr>
              <a:t>Converted</a:t>
            </a:r>
            <a:r>
              <a:rPr lang="en">
                <a:solidFill>
                  <a:schemeClr val="lt1"/>
                </a:solidFill>
                <a:latin typeface="Playfair Display Medium"/>
                <a:ea typeface="Playfair Display Medium"/>
                <a:cs typeface="Playfair Display Medium"/>
                <a:sym typeface="Playfair Display Medium"/>
              </a:rPr>
              <a:t> Review text into numerical features using TF-IDF</a:t>
            </a:r>
            <a:endParaRPr>
              <a:solidFill>
                <a:schemeClr val="lt1"/>
              </a:solidFill>
              <a:latin typeface="Playfair Display Medium"/>
              <a:ea typeface="Playfair Display Medium"/>
              <a:cs typeface="Playfair Display Medium"/>
              <a:sym typeface="Playfair Display Medium"/>
            </a:endParaRPr>
          </a:p>
          <a:p>
            <a:pPr indent="0" lvl="0" marL="0" rtl="0" algn="l">
              <a:spcBef>
                <a:spcPts val="0"/>
              </a:spcBef>
              <a:spcAft>
                <a:spcPts val="0"/>
              </a:spcAft>
              <a:buNone/>
            </a:pPr>
            <a:r>
              <a:rPr lang="en">
                <a:solidFill>
                  <a:schemeClr val="lt1"/>
                </a:solidFill>
                <a:latin typeface="Playfair Display Medium"/>
                <a:ea typeface="Playfair Display Medium"/>
                <a:cs typeface="Playfair Display Medium"/>
                <a:sym typeface="Playfair Display Medium"/>
              </a:rPr>
              <a:t>  – 10,000 feature limit</a:t>
            </a:r>
            <a:endParaRPr>
              <a:solidFill>
                <a:schemeClr val="lt1"/>
              </a:solidFill>
              <a:latin typeface="Playfair Display Medium"/>
              <a:ea typeface="Playfair Display Medium"/>
              <a:cs typeface="Playfair Display Medium"/>
              <a:sym typeface="Playfair Display Medium"/>
            </a:endParaRPr>
          </a:p>
        </p:txBody>
      </p:sp>
      <p:cxnSp>
        <p:nvCxnSpPr>
          <p:cNvPr id="354" name="Google Shape;354;p45"/>
          <p:cNvCxnSpPr/>
          <p:nvPr/>
        </p:nvCxnSpPr>
        <p:spPr>
          <a:xfrm>
            <a:off x="284696" y="2687907"/>
            <a:ext cx="102000" cy="0"/>
          </a:xfrm>
          <a:prstGeom prst="straightConnector1">
            <a:avLst/>
          </a:prstGeom>
          <a:noFill/>
          <a:ln cap="flat" cmpd="sng" w="19050">
            <a:solidFill>
              <a:schemeClr val="lt1"/>
            </a:solidFill>
            <a:prstDash val="solid"/>
            <a:round/>
            <a:headEnd len="med" w="med" type="none"/>
            <a:tailEnd len="med" w="med" type="none"/>
          </a:ln>
        </p:spPr>
      </p:cxnSp>
      <p:sp>
        <p:nvSpPr>
          <p:cNvPr id="355" name="Google Shape;355;p45"/>
          <p:cNvSpPr txBox="1"/>
          <p:nvPr>
            <p:ph type="title"/>
          </p:nvPr>
        </p:nvSpPr>
        <p:spPr>
          <a:xfrm>
            <a:off x="276075" y="457200"/>
            <a:ext cx="85944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Feature Engineering</a:t>
            </a:r>
            <a:endParaRPr/>
          </a:p>
        </p:txBody>
      </p:sp>
      <p:sp>
        <p:nvSpPr>
          <p:cNvPr id="356" name="Google Shape;356;p45"/>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357" name="Google Shape;357;p45"/>
          <p:cNvSpPr txBox="1"/>
          <p:nvPr/>
        </p:nvSpPr>
        <p:spPr>
          <a:xfrm>
            <a:off x="620919" y="3428675"/>
            <a:ext cx="3876900" cy="1077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solidFill>
                  <a:schemeClr val="lt1"/>
                </a:solidFill>
                <a:latin typeface="Playfair Display Medium"/>
                <a:ea typeface="Playfair Display Medium"/>
                <a:cs typeface="Playfair Display Medium"/>
                <a:sym typeface="Playfair Display Medium"/>
              </a:rPr>
              <a:t>Combined text features with structured restaurant metadata</a:t>
            </a:r>
            <a:endParaRPr>
              <a:solidFill>
                <a:schemeClr val="lt1"/>
              </a:solidFill>
              <a:latin typeface="Playfair Display Medium"/>
              <a:ea typeface="Playfair Display Medium"/>
              <a:cs typeface="Playfair Display Medium"/>
              <a:sym typeface="Playfair Display Medium"/>
            </a:endParaRPr>
          </a:p>
          <a:p>
            <a:pPr indent="0" lvl="0" marL="0" rtl="0" algn="l">
              <a:spcBef>
                <a:spcPts val="0"/>
              </a:spcBef>
              <a:spcAft>
                <a:spcPts val="0"/>
              </a:spcAft>
              <a:buNone/>
            </a:pPr>
            <a:r>
              <a:rPr lang="en">
                <a:solidFill>
                  <a:schemeClr val="lt1"/>
                </a:solidFill>
                <a:latin typeface="Playfair Display Medium"/>
                <a:ea typeface="Playfair Display Medium"/>
                <a:cs typeface="Playfair Display Medium"/>
                <a:sym typeface="Playfair Display Medium"/>
              </a:rPr>
              <a:t>  – Business rating</a:t>
            </a:r>
            <a:endParaRPr>
              <a:solidFill>
                <a:schemeClr val="lt1"/>
              </a:solidFill>
              <a:latin typeface="Playfair Display Medium"/>
              <a:ea typeface="Playfair Display Medium"/>
              <a:cs typeface="Playfair Display Medium"/>
              <a:sym typeface="Playfair Display Medium"/>
            </a:endParaRPr>
          </a:p>
          <a:p>
            <a:pPr indent="0" lvl="0" marL="0" rtl="0" algn="l">
              <a:spcBef>
                <a:spcPts val="0"/>
              </a:spcBef>
              <a:spcAft>
                <a:spcPts val="0"/>
              </a:spcAft>
              <a:buNone/>
            </a:pPr>
            <a:r>
              <a:rPr lang="en">
                <a:solidFill>
                  <a:schemeClr val="lt1"/>
                </a:solidFill>
                <a:latin typeface="Playfair Display Medium"/>
                <a:ea typeface="Playfair Display Medium"/>
                <a:cs typeface="Playfair Display Medium"/>
                <a:sym typeface="Playfair Display Medium"/>
              </a:rPr>
              <a:t>  – Review count</a:t>
            </a:r>
            <a:endParaRPr>
              <a:solidFill>
                <a:schemeClr val="lt1"/>
              </a:solidFill>
              <a:latin typeface="Playfair Display Medium"/>
              <a:ea typeface="Playfair Display Medium"/>
              <a:cs typeface="Playfair Display Medium"/>
              <a:sym typeface="Playfair Display Medium"/>
            </a:endParaRPr>
          </a:p>
          <a:p>
            <a:pPr indent="0" lvl="0" marL="0" rtl="0" algn="l">
              <a:spcBef>
                <a:spcPts val="0"/>
              </a:spcBef>
              <a:spcAft>
                <a:spcPts val="0"/>
              </a:spcAft>
              <a:buNone/>
            </a:pPr>
            <a:r>
              <a:rPr lang="en">
                <a:solidFill>
                  <a:schemeClr val="lt1"/>
                </a:solidFill>
                <a:latin typeface="Playfair Display Medium"/>
                <a:ea typeface="Playfair Display Medium"/>
                <a:cs typeface="Playfair Display Medium"/>
                <a:sym typeface="Playfair Display Medium"/>
              </a:rPr>
              <a:t>  – User engagement metrics</a:t>
            </a:r>
            <a:endParaRPr>
              <a:solidFill>
                <a:schemeClr val="lt1"/>
              </a:solidFill>
              <a:latin typeface="Playfair Display Medium"/>
              <a:ea typeface="Playfair Display Medium"/>
              <a:cs typeface="Playfair Display Medium"/>
              <a:sym typeface="Playfair Display Medium"/>
            </a:endParaRPr>
          </a:p>
        </p:txBody>
      </p:sp>
      <p:cxnSp>
        <p:nvCxnSpPr>
          <p:cNvPr id="358" name="Google Shape;358;p45"/>
          <p:cNvCxnSpPr/>
          <p:nvPr/>
        </p:nvCxnSpPr>
        <p:spPr>
          <a:xfrm>
            <a:off x="349596" y="3544832"/>
            <a:ext cx="102000" cy="0"/>
          </a:xfrm>
          <a:prstGeom prst="straightConnector1">
            <a:avLst/>
          </a:prstGeom>
          <a:noFill/>
          <a:ln cap="flat" cmpd="sng" w="19050">
            <a:solidFill>
              <a:schemeClr val="lt1"/>
            </a:solidFill>
            <a:prstDash val="solid"/>
            <a:round/>
            <a:headEnd len="med" w="med" type="none"/>
            <a:tailEnd len="med" w="med" type="none"/>
          </a:ln>
        </p:spPr>
      </p:cxnSp>
      <p:pic>
        <p:nvPicPr>
          <p:cNvPr id="359" name="Google Shape;359;p45"/>
          <p:cNvPicPr preferRelativeResize="0"/>
          <p:nvPr/>
        </p:nvPicPr>
        <p:blipFill>
          <a:blip r:embed="rId3">
            <a:alphaModFix/>
          </a:blip>
          <a:stretch>
            <a:fillRect/>
          </a:stretch>
        </p:blipFill>
        <p:spPr>
          <a:xfrm>
            <a:off x="4741669" y="1966313"/>
            <a:ext cx="3762375" cy="18573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46"/>
          <p:cNvSpPr txBox="1"/>
          <p:nvPr>
            <p:ph type="title"/>
          </p:nvPr>
        </p:nvSpPr>
        <p:spPr>
          <a:xfrm>
            <a:off x="276075" y="457200"/>
            <a:ext cx="85944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Machine Learning: </a:t>
            </a:r>
            <a:r>
              <a:rPr lang="en"/>
              <a:t>Regression Models</a:t>
            </a:r>
            <a:endParaRPr/>
          </a:p>
        </p:txBody>
      </p:sp>
      <p:sp>
        <p:nvSpPr>
          <p:cNvPr id="365" name="Google Shape;365;p46"/>
          <p:cNvSpPr txBox="1"/>
          <p:nvPr/>
        </p:nvSpPr>
        <p:spPr>
          <a:xfrm>
            <a:off x="5928349" y="1262484"/>
            <a:ext cx="3215700" cy="2452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None/>
            </a:pPr>
            <a:r>
              <a:rPr b="1" lang="en" sz="1900">
                <a:latin typeface="Playfair Display"/>
                <a:ea typeface="Playfair Display"/>
                <a:cs typeface="Playfair Display"/>
                <a:sym typeface="Playfair Display"/>
              </a:rPr>
              <a:t>Rating Prediction</a:t>
            </a:r>
            <a:endParaRPr b="1" sz="1900">
              <a:latin typeface="Playfair Display"/>
              <a:ea typeface="Playfair Display"/>
              <a:cs typeface="Playfair Display"/>
              <a:sym typeface="Playfair Display"/>
            </a:endParaRPr>
          </a:p>
          <a:p>
            <a:pPr indent="0" lvl="0" marL="0" rtl="0" algn="l">
              <a:lnSpc>
                <a:spcPct val="115000"/>
              </a:lnSpc>
              <a:spcBef>
                <a:spcPts val="1200"/>
              </a:spcBef>
              <a:spcAft>
                <a:spcPts val="0"/>
              </a:spcAft>
              <a:buNone/>
            </a:pPr>
            <a:r>
              <a:rPr lang="en" sz="1800">
                <a:latin typeface="Playfair Display"/>
                <a:ea typeface="Playfair Display"/>
                <a:cs typeface="Playfair Display"/>
                <a:sym typeface="Playfair Display"/>
              </a:rPr>
              <a:t>• Predicted numerical star ratings (1–5 scale)</a:t>
            </a:r>
            <a:br>
              <a:rPr lang="en" sz="1800">
                <a:latin typeface="Playfair Display"/>
                <a:ea typeface="Playfair Display"/>
                <a:cs typeface="Playfair Display"/>
                <a:sym typeface="Playfair Display"/>
              </a:rPr>
            </a:br>
            <a:r>
              <a:rPr lang="en" sz="1800">
                <a:latin typeface="Playfair Display"/>
                <a:ea typeface="Playfair Display"/>
                <a:cs typeface="Playfair Display"/>
                <a:sym typeface="Playfair Display"/>
              </a:rPr>
              <a:t> • Used TF-IDF text features</a:t>
            </a:r>
            <a:br>
              <a:rPr lang="en" sz="1800">
                <a:latin typeface="Playfair Display"/>
                <a:ea typeface="Playfair Display"/>
                <a:cs typeface="Playfair Display"/>
                <a:sym typeface="Playfair Display"/>
              </a:rPr>
            </a:br>
            <a:r>
              <a:rPr lang="en" sz="1800">
                <a:latin typeface="Playfair Display"/>
                <a:ea typeface="Playfair Display"/>
                <a:cs typeface="Playfair Display"/>
                <a:sym typeface="Playfair Display"/>
              </a:rPr>
              <a:t> • Evaluated using MSE, RMSE, and R²</a:t>
            </a:r>
            <a:endParaRPr sz="1800">
              <a:latin typeface="Playfair Display"/>
              <a:ea typeface="Playfair Display"/>
              <a:cs typeface="Playfair Display"/>
              <a:sym typeface="Playfair Display"/>
            </a:endParaRPr>
          </a:p>
          <a:p>
            <a:pPr indent="0" lvl="0" marL="0" rtl="0" algn="l">
              <a:spcBef>
                <a:spcPts val="1200"/>
              </a:spcBef>
              <a:spcAft>
                <a:spcPts val="0"/>
              </a:spcAft>
              <a:buNone/>
            </a:pPr>
            <a:r>
              <a:t/>
            </a:r>
            <a:endParaRPr>
              <a:solidFill>
                <a:schemeClr val="lt1"/>
              </a:solidFill>
              <a:latin typeface="Playfair Display Medium"/>
              <a:ea typeface="Playfair Display Medium"/>
              <a:cs typeface="Playfair Display Medium"/>
              <a:sym typeface="Playfair Display Medium"/>
            </a:endParaRPr>
          </a:p>
        </p:txBody>
      </p:sp>
      <p:cxnSp>
        <p:nvCxnSpPr>
          <p:cNvPr id="366" name="Google Shape;366;p46"/>
          <p:cNvCxnSpPr/>
          <p:nvPr/>
        </p:nvCxnSpPr>
        <p:spPr>
          <a:xfrm>
            <a:off x="5612946" y="1399642"/>
            <a:ext cx="102000" cy="0"/>
          </a:xfrm>
          <a:prstGeom prst="straightConnector1">
            <a:avLst/>
          </a:prstGeom>
          <a:noFill/>
          <a:ln cap="flat" cmpd="sng" w="19050">
            <a:solidFill>
              <a:schemeClr val="lt1"/>
            </a:solidFill>
            <a:prstDash val="solid"/>
            <a:round/>
            <a:headEnd len="med" w="med" type="none"/>
            <a:tailEnd len="med" w="med" type="none"/>
          </a:ln>
        </p:spPr>
      </p:cxnSp>
      <p:sp>
        <p:nvSpPr>
          <p:cNvPr id="367" name="Google Shape;367;p46"/>
          <p:cNvSpPr txBox="1"/>
          <p:nvPr/>
        </p:nvSpPr>
        <p:spPr>
          <a:xfrm>
            <a:off x="499919" y="1399650"/>
            <a:ext cx="3876900" cy="785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700">
                <a:solidFill>
                  <a:schemeClr val="lt1"/>
                </a:solidFill>
                <a:latin typeface="Playfair Display Medium"/>
                <a:ea typeface="Playfair Display Medium"/>
                <a:cs typeface="Playfair Display Medium"/>
                <a:sym typeface="Playfair Display Medium"/>
              </a:rPr>
              <a:t> applied regression models to predict numerical star ratings from review text.</a:t>
            </a:r>
            <a:endParaRPr sz="1700">
              <a:solidFill>
                <a:schemeClr val="lt1"/>
              </a:solidFill>
              <a:latin typeface="Playfair Display Medium"/>
              <a:ea typeface="Playfair Display Medium"/>
              <a:cs typeface="Playfair Display Medium"/>
              <a:sym typeface="Playfair Display Medium"/>
            </a:endParaRPr>
          </a:p>
        </p:txBody>
      </p:sp>
      <p:cxnSp>
        <p:nvCxnSpPr>
          <p:cNvPr id="368" name="Google Shape;368;p46"/>
          <p:cNvCxnSpPr/>
          <p:nvPr/>
        </p:nvCxnSpPr>
        <p:spPr>
          <a:xfrm>
            <a:off x="228596" y="1515807"/>
            <a:ext cx="102000" cy="0"/>
          </a:xfrm>
          <a:prstGeom prst="straightConnector1">
            <a:avLst/>
          </a:prstGeom>
          <a:noFill/>
          <a:ln cap="flat" cmpd="sng" w="19050">
            <a:solidFill>
              <a:schemeClr val="lt1"/>
            </a:solidFill>
            <a:prstDash val="solid"/>
            <a:round/>
            <a:headEnd len="med" w="med" type="none"/>
            <a:tailEnd len="med" w="med" type="none"/>
          </a:ln>
        </p:spPr>
      </p:cxnSp>
      <p:graphicFrame>
        <p:nvGraphicFramePr>
          <p:cNvPr id="369" name="Google Shape;369;p46"/>
          <p:cNvGraphicFramePr/>
          <p:nvPr/>
        </p:nvGraphicFramePr>
        <p:xfrm>
          <a:off x="330600" y="2739300"/>
          <a:ext cx="3000000" cy="3000000"/>
        </p:xfrm>
        <a:graphic>
          <a:graphicData uri="http://schemas.openxmlformats.org/drawingml/2006/table">
            <a:tbl>
              <a:tblPr>
                <a:noFill/>
                <a:tableStyleId>{BF12AFFF-3769-4123-B452-0189D980E2B8}</a:tableStyleId>
              </a:tblPr>
              <a:tblGrid>
                <a:gridCol w="429500"/>
                <a:gridCol w="1283275"/>
                <a:gridCol w="1838600"/>
                <a:gridCol w="960575"/>
                <a:gridCol w="960575"/>
              </a:tblGrid>
              <a:tr h="318625">
                <a:tc>
                  <a:txBody>
                    <a:bodyPr/>
                    <a:lstStyle/>
                    <a:p>
                      <a:pPr indent="0" lvl="0" marL="0" rtl="0" algn="l">
                        <a:spcBef>
                          <a:spcPts val="0"/>
                        </a:spcBef>
                        <a:spcAft>
                          <a:spcPts val="0"/>
                        </a:spcAft>
                        <a:buNone/>
                      </a:pPr>
                      <a:r>
                        <a:t/>
                      </a:r>
                      <a:endParaRPr/>
                    </a:p>
                  </a:txBody>
                  <a:tcPr marT="91425" marB="9142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en" sz="1100"/>
                        <a:t>Model</a:t>
                      </a:r>
                      <a:endParaRPr b="1" sz="1100"/>
                    </a:p>
                  </a:txBody>
                  <a:tcPr marT="91425" marB="9142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en" sz="1100"/>
                        <a:t>MSE</a:t>
                      </a:r>
                      <a:endParaRPr b="1" sz="1100"/>
                    </a:p>
                  </a:txBody>
                  <a:tcPr marT="91425" marB="9142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en" sz="1100"/>
                        <a:t>RMSE</a:t>
                      </a:r>
                      <a:endParaRPr b="1" sz="1100"/>
                    </a:p>
                  </a:txBody>
                  <a:tcPr marT="91425" marB="9142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en" sz="1200"/>
                        <a:t>R2</a:t>
                      </a:r>
                      <a:endParaRPr b="1" sz="1200"/>
                    </a:p>
                  </a:txBody>
                  <a:tcPr marT="91425" marB="9142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r>
              <a:tr h="484100">
                <a:tc>
                  <a:txBody>
                    <a:bodyPr/>
                    <a:lstStyle/>
                    <a:p>
                      <a:pPr indent="0" lvl="0" marL="0" rtl="0" algn="ctr">
                        <a:lnSpc>
                          <a:spcPct val="115000"/>
                        </a:lnSpc>
                        <a:spcBef>
                          <a:spcPts val="0"/>
                        </a:spcBef>
                        <a:spcAft>
                          <a:spcPts val="0"/>
                        </a:spcAft>
                        <a:buNone/>
                      </a:pPr>
                      <a:r>
                        <a:rPr b="1" lang="en" sz="1100"/>
                        <a:t>0</a:t>
                      </a:r>
                      <a:endParaRPr b="1" sz="1100"/>
                    </a:p>
                  </a:txBody>
                  <a:tcPr marT="91425" marB="91425" marR="91425" marL="91425" anchor="ctr">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rtl="0" algn="l">
                        <a:spcBef>
                          <a:spcPts val="0"/>
                        </a:spcBef>
                        <a:spcAft>
                          <a:spcPts val="0"/>
                        </a:spcAft>
                        <a:buNone/>
                      </a:pPr>
                      <a:r>
                        <a:rPr lang="en"/>
                        <a:t>Linear Regression</a:t>
                      </a:r>
                      <a:endParaRPr/>
                    </a:p>
                  </a:txBody>
                  <a:tcPr marT="91425" marB="9142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rtl="0" algn="l">
                        <a:spcBef>
                          <a:spcPts val="0"/>
                        </a:spcBef>
                        <a:spcAft>
                          <a:spcPts val="0"/>
                        </a:spcAft>
                        <a:buNone/>
                      </a:pPr>
                      <a:r>
                        <a:rPr lang="en"/>
                        <a:t>0.559776</a:t>
                      </a:r>
                      <a:endParaRPr/>
                    </a:p>
                  </a:txBody>
                  <a:tcPr marT="91425" marB="9142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rtl="0" algn="l">
                        <a:spcBef>
                          <a:spcPts val="0"/>
                        </a:spcBef>
                        <a:spcAft>
                          <a:spcPts val="0"/>
                        </a:spcAft>
                        <a:buNone/>
                      </a:pPr>
                      <a:r>
                        <a:rPr lang="en"/>
                        <a:t>0.74818</a:t>
                      </a:r>
                      <a:endParaRPr/>
                    </a:p>
                  </a:txBody>
                  <a:tcPr marT="91425" marB="9142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rtl="0" algn="l">
                        <a:spcBef>
                          <a:spcPts val="0"/>
                        </a:spcBef>
                        <a:spcAft>
                          <a:spcPts val="0"/>
                        </a:spcAft>
                        <a:buNone/>
                      </a:pPr>
                      <a:r>
                        <a:rPr b="1" lang="en" sz="1500"/>
                        <a:t>0.70139</a:t>
                      </a:r>
                      <a:endParaRPr b="1" sz="1500"/>
                    </a:p>
                  </a:txBody>
                  <a:tcPr marT="91425" marB="9142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r>
              <a:tr h="484100">
                <a:tc>
                  <a:txBody>
                    <a:bodyPr/>
                    <a:lstStyle/>
                    <a:p>
                      <a:pPr indent="0" lvl="0" marL="0" rtl="0" algn="ctr">
                        <a:lnSpc>
                          <a:spcPct val="115000"/>
                        </a:lnSpc>
                        <a:spcBef>
                          <a:spcPts val="0"/>
                        </a:spcBef>
                        <a:spcAft>
                          <a:spcPts val="0"/>
                        </a:spcAft>
                        <a:buNone/>
                      </a:pPr>
                      <a:r>
                        <a:rPr b="1" lang="en" sz="1100"/>
                        <a:t>1</a:t>
                      </a:r>
                      <a:endParaRPr b="1" sz="1100"/>
                    </a:p>
                  </a:txBody>
                  <a:tcPr marT="91425" marB="91425" marR="91425" marL="91425" anchor="ctr">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rtl="0" algn="l">
                        <a:spcBef>
                          <a:spcPts val="0"/>
                        </a:spcBef>
                        <a:spcAft>
                          <a:spcPts val="0"/>
                        </a:spcAft>
                        <a:buNone/>
                      </a:pPr>
                      <a:r>
                        <a:rPr lang="en"/>
                        <a:t>Ridge</a:t>
                      </a:r>
                      <a:endParaRPr/>
                    </a:p>
                  </a:txBody>
                  <a:tcPr marT="91425" marB="9142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rtl="0" algn="l">
                        <a:spcBef>
                          <a:spcPts val="0"/>
                        </a:spcBef>
                        <a:spcAft>
                          <a:spcPts val="0"/>
                        </a:spcAft>
                        <a:buNone/>
                      </a:pPr>
                      <a:r>
                        <a:rPr lang="en"/>
                        <a:t>0.558980</a:t>
                      </a:r>
                      <a:endParaRPr/>
                    </a:p>
                  </a:txBody>
                  <a:tcPr marT="91425" marB="9142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rtl="0" algn="l">
                        <a:spcBef>
                          <a:spcPts val="0"/>
                        </a:spcBef>
                        <a:spcAft>
                          <a:spcPts val="0"/>
                        </a:spcAft>
                        <a:buNone/>
                      </a:pPr>
                      <a:r>
                        <a:rPr lang="en"/>
                        <a:t>0.74765</a:t>
                      </a:r>
                      <a:endParaRPr/>
                    </a:p>
                  </a:txBody>
                  <a:tcPr marT="91425" marB="9142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rtl="0" algn="l">
                        <a:spcBef>
                          <a:spcPts val="0"/>
                        </a:spcBef>
                        <a:spcAft>
                          <a:spcPts val="0"/>
                        </a:spcAft>
                        <a:buNone/>
                      </a:pPr>
                      <a:r>
                        <a:rPr b="1" lang="en" sz="1500"/>
                        <a:t>0.70182</a:t>
                      </a:r>
                      <a:endParaRPr b="1" sz="1500"/>
                    </a:p>
                  </a:txBody>
                  <a:tcPr marT="91425" marB="9142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r>
              <a:tr h="484100">
                <a:tc>
                  <a:txBody>
                    <a:bodyPr/>
                    <a:lstStyle/>
                    <a:p>
                      <a:pPr indent="0" lvl="0" marL="0" rtl="0" algn="ctr">
                        <a:lnSpc>
                          <a:spcPct val="115000"/>
                        </a:lnSpc>
                        <a:spcBef>
                          <a:spcPts val="0"/>
                        </a:spcBef>
                        <a:spcAft>
                          <a:spcPts val="0"/>
                        </a:spcAft>
                        <a:buNone/>
                      </a:pPr>
                      <a:r>
                        <a:rPr b="1" lang="en" sz="1100"/>
                        <a:t>2</a:t>
                      </a:r>
                      <a:endParaRPr b="1" sz="1100"/>
                    </a:p>
                  </a:txBody>
                  <a:tcPr marT="91425" marB="91425" marR="91425" marL="91425" anchor="ctr">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rtl="0" algn="l">
                        <a:spcBef>
                          <a:spcPts val="0"/>
                        </a:spcBef>
                        <a:spcAft>
                          <a:spcPts val="0"/>
                        </a:spcAft>
                        <a:buNone/>
                      </a:pPr>
                      <a:r>
                        <a:rPr lang="en"/>
                        <a:t>Lasso</a:t>
                      </a:r>
                      <a:endParaRPr/>
                    </a:p>
                  </a:txBody>
                  <a:tcPr marT="91425" marB="9142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rtl="0" algn="l">
                        <a:spcBef>
                          <a:spcPts val="0"/>
                        </a:spcBef>
                        <a:spcAft>
                          <a:spcPts val="0"/>
                        </a:spcAft>
                        <a:buNone/>
                      </a:pPr>
                      <a:r>
                        <a:rPr lang="en"/>
                        <a:t>0.933676</a:t>
                      </a:r>
                      <a:endParaRPr/>
                    </a:p>
                  </a:txBody>
                  <a:tcPr marT="91425" marB="9142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rtl="0" algn="l">
                        <a:spcBef>
                          <a:spcPts val="0"/>
                        </a:spcBef>
                        <a:spcAft>
                          <a:spcPts val="0"/>
                        </a:spcAft>
                        <a:buNone/>
                      </a:pPr>
                      <a:r>
                        <a:rPr lang="en"/>
                        <a:t>0.96626</a:t>
                      </a:r>
                      <a:endParaRPr/>
                    </a:p>
                  </a:txBody>
                  <a:tcPr marT="91425" marB="9142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c>
                  <a:txBody>
                    <a:bodyPr/>
                    <a:lstStyle/>
                    <a:p>
                      <a:pPr indent="0" lvl="0" marL="0" rtl="0" algn="l">
                        <a:spcBef>
                          <a:spcPts val="0"/>
                        </a:spcBef>
                        <a:spcAft>
                          <a:spcPts val="0"/>
                        </a:spcAft>
                        <a:buNone/>
                      </a:pPr>
                      <a:r>
                        <a:rPr b="1" lang="en" sz="1500"/>
                        <a:t>0.50194</a:t>
                      </a:r>
                      <a:endParaRPr b="1" sz="1500"/>
                    </a:p>
                  </a:txBody>
                  <a:tcPr marT="91425" marB="91425" marR="91425" marL="91425">
                    <a:lnL cap="flat" cmpd="sng" w="9525">
                      <a:solidFill>
                        <a:srgbClr val="808080"/>
                      </a:solidFill>
                      <a:prstDash val="solid"/>
                      <a:round/>
                      <a:headEnd len="sm" w="sm" type="none"/>
                      <a:tailEnd len="sm" w="sm" type="none"/>
                    </a:lnL>
                    <a:lnR cap="flat" cmpd="sng" w="9525">
                      <a:solidFill>
                        <a:srgbClr val="808080"/>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47"/>
          <p:cNvSpPr txBox="1"/>
          <p:nvPr>
            <p:ph type="title"/>
          </p:nvPr>
        </p:nvSpPr>
        <p:spPr>
          <a:xfrm>
            <a:off x="276075" y="457200"/>
            <a:ext cx="85944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Machine Learning: Classification Models</a:t>
            </a:r>
            <a:endParaRPr/>
          </a:p>
        </p:txBody>
      </p:sp>
      <p:sp>
        <p:nvSpPr>
          <p:cNvPr id="375" name="Google Shape;375;p47"/>
          <p:cNvSpPr txBox="1"/>
          <p:nvPr/>
        </p:nvSpPr>
        <p:spPr>
          <a:xfrm>
            <a:off x="576981" y="1178973"/>
            <a:ext cx="4992300" cy="18864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None/>
            </a:pPr>
            <a:r>
              <a:rPr b="1" lang="en" sz="1700">
                <a:latin typeface="Playfair Display"/>
                <a:ea typeface="Playfair Display"/>
                <a:cs typeface="Playfair Display"/>
                <a:sym typeface="Playfair Display"/>
              </a:rPr>
              <a:t>Logistic Regression</a:t>
            </a:r>
            <a:endParaRPr b="1" sz="1700">
              <a:latin typeface="Playfair Display"/>
              <a:ea typeface="Playfair Display"/>
              <a:cs typeface="Playfair Display"/>
              <a:sym typeface="Playfair Display"/>
            </a:endParaRPr>
          </a:p>
          <a:p>
            <a:pPr indent="0" lvl="0" marL="0" rtl="0" algn="l">
              <a:lnSpc>
                <a:spcPct val="115000"/>
              </a:lnSpc>
              <a:spcBef>
                <a:spcPts val="1200"/>
              </a:spcBef>
              <a:spcAft>
                <a:spcPts val="0"/>
              </a:spcAft>
              <a:buNone/>
            </a:pPr>
            <a:r>
              <a:rPr lang="en" sz="1500">
                <a:latin typeface="Playfair Display"/>
                <a:ea typeface="Playfair Display"/>
                <a:cs typeface="Playfair Display"/>
                <a:sym typeface="Playfair Display"/>
              </a:rPr>
              <a:t>• Predicted positive vs negative sentiment</a:t>
            </a:r>
            <a:br>
              <a:rPr lang="en" sz="1500">
                <a:latin typeface="Playfair Display"/>
                <a:ea typeface="Playfair Display"/>
                <a:cs typeface="Playfair Display"/>
                <a:sym typeface="Playfair Display"/>
              </a:rPr>
            </a:br>
            <a:r>
              <a:rPr lang="en" sz="1500">
                <a:latin typeface="Playfair Display"/>
                <a:ea typeface="Playfair Display"/>
                <a:cs typeface="Playfair Display"/>
                <a:sym typeface="Playfair Display"/>
              </a:rPr>
              <a:t> • Accuracy: </a:t>
            </a:r>
            <a:r>
              <a:rPr b="1" lang="en" sz="1500">
                <a:latin typeface="Playfair Display"/>
                <a:ea typeface="Playfair Display"/>
                <a:cs typeface="Playfair Display"/>
                <a:sym typeface="Playfair Display"/>
              </a:rPr>
              <a:t>96.2%</a:t>
            </a:r>
            <a:br>
              <a:rPr b="1" lang="en" sz="1500">
                <a:latin typeface="Playfair Display"/>
                <a:ea typeface="Playfair Display"/>
                <a:cs typeface="Playfair Display"/>
                <a:sym typeface="Playfair Display"/>
              </a:rPr>
            </a:br>
            <a:r>
              <a:rPr lang="en" sz="1500">
                <a:latin typeface="Playfair Display"/>
                <a:ea typeface="Playfair Display"/>
                <a:cs typeface="Playfair Display"/>
                <a:sym typeface="Playfair Display"/>
              </a:rPr>
              <a:t> • Strong precision &amp; recall for both classes</a:t>
            </a:r>
            <a:br>
              <a:rPr lang="en" sz="1500">
                <a:latin typeface="Playfair Display"/>
                <a:ea typeface="Playfair Display"/>
                <a:cs typeface="Playfair Display"/>
                <a:sym typeface="Playfair Display"/>
              </a:rPr>
            </a:br>
            <a:r>
              <a:rPr lang="en" sz="1500">
                <a:latin typeface="Playfair Display"/>
                <a:ea typeface="Playfair Display"/>
                <a:cs typeface="Playfair Display"/>
                <a:sym typeface="Playfair Display"/>
              </a:rPr>
              <a:t> • Demonstrates text strongly captures sentiment</a:t>
            </a:r>
            <a:endParaRPr sz="1500">
              <a:latin typeface="Playfair Display"/>
              <a:ea typeface="Playfair Display"/>
              <a:cs typeface="Playfair Display"/>
              <a:sym typeface="Playfair Display"/>
            </a:endParaRPr>
          </a:p>
          <a:p>
            <a:pPr indent="0" lvl="0" marL="0" rtl="0" algn="l">
              <a:spcBef>
                <a:spcPts val="1200"/>
              </a:spcBef>
              <a:spcAft>
                <a:spcPts val="0"/>
              </a:spcAft>
              <a:buNone/>
            </a:pPr>
            <a:r>
              <a:t/>
            </a:r>
            <a:endParaRPr>
              <a:solidFill>
                <a:schemeClr val="lt1"/>
              </a:solidFill>
              <a:latin typeface="Playfair Display Medium"/>
              <a:ea typeface="Playfair Display Medium"/>
              <a:cs typeface="Playfair Display Medium"/>
              <a:sym typeface="Playfair Display Medium"/>
            </a:endParaRPr>
          </a:p>
        </p:txBody>
      </p:sp>
      <p:cxnSp>
        <p:nvCxnSpPr>
          <p:cNvPr id="376" name="Google Shape;376;p47"/>
          <p:cNvCxnSpPr/>
          <p:nvPr/>
        </p:nvCxnSpPr>
        <p:spPr>
          <a:xfrm>
            <a:off x="276075" y="1289989"/>
            <a:ext cx="102000" cy="0"/>
          </a:xfrm>
          <a:prstGeom prst="straightConnector1">
            <a:avLst/>
          </a:prstGeom>
          <a:noFill/>
          <a:ln cap="flat" cmpd="sng" w="19050">
            <a:solidFill>
              <a:schemeClr val="lt1"/>
            </a:solidFill>
            <a:prstDash val="solid"/>
            <a:round/>
            <a:headEnd len="med" w="med" type="none"/>
            <a:tailEnd len="med" w="med" type="none"/>
          </a:ln>
        </p:spPr>
      </p:cxnSp>
      <p:sp>
        <p:nvSpPr>
          <p:cNvPr id="377" name="Google Shape;377;p47"/>
          <p:cNvSpPr txBox="1"/>
          <p:nvPr/>
        </p:nvSpPr>
        <p:spPr>
          <a:xfrm>
            <a:off x="605667" y="2779625"/>
            <a:ext cx="3876900" cy="21165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None/>
            </a:pPr>
            <a:r>
              <a:rPr b="1" lang="en" sz="1700">
                <a:latin typeface="Playfair Display"/>
                <a:ea typeface="Playfair Display"/>
                <a:cs typeface="Playfair Display"/>
                <a:sym typeface="Playfair Display"/>
              </a:rPr>
              <a:t>Predicting 1–5 Star Ratings (Classification)</a:t>
            </a:r>
            <a:endParaRPr b="1" sz="1700">
              <a:latin typeface="Playfair Display"/>
              <a:ea typeface="Playfair Display"/>
              <a:cs typeface="Playfair Display"/>
              <a:sym typeface="Playfair Display"/>
            </a:endParaRPr>
          </a:p>
          <a:p>
            <a:pPr indent="0" lvl="0" marL="0" rtl="0" algn="l">
              <a:lnSpc>
                <a:spcPct val="115000"/>
              </a:lnSpc>
              <a:spcBef>
                <a:spcPts val="1200"/>
              </a:spcBef>
              <a:spcAft>
                <a:spcPts val="0"/>
              </a:spcAft>
              <a:buNone/>
            </a:pPr>
            <a:r>
              <a:rPr lang="en">
                <a:latin typeface="Playfair Display"/>
                <a:ea typeface="Playfair Display"/>
                <a:cs typeface="Playfair Display"/>
                <a:sym typeface="Playfair Display"/>
              </a:rPr>
              <a:t>• Decision Tree Accuracy: ~51%</a:t>
            </a:r>
            <a:br>
              <a:rPr lang="en">
                <a:latin typeface="Playfair Display"/>
                <a:ea typeface="Playfair Display"/>
                <a:cs typeface="Playfair Display"/>
                <a:sym typeface="Playfair Display"/>
              </a:rPr>
            </a:br>
            <a:r>
              <a:rPr lang="en">
                <a:latin typeface="Playfair Display"/>
                <a:ea typeface="Playfair Display"/>
                <a:cs typeface="Playfair Display"/>
                <a:sym typeface="Playfair Display"/>
              </a:rPr>
              <a:t> • Random Forest Accuracy: ~46%</a:t>
            </a:r>
            <a:br>
              <a:rPr lang="en">
                <a:latin typeface="Playfair Display"/>
                <a:ea typeface="Playfair Display"/>
                <a:cs typeface="Playfair Display"/>
                <a:sym typeface="Playfair Display"/>
              </a:rPr>
            </a:br>
            <a:r>
              <a:rPr lang="en">
                <a:latin typeface="Playfair Display"/>
                <a:ea typeface="Playfair Display"/>
                <a:cs typeface="Playfair Display"/>
                <a:sym typeface="Playfair Display"/>
              </a:rPr>
              <a:t> • Multi-class prediction is more complex</a:t>
            </a:r>
            <a:br>
              <a:rPr lang="en">
                <a:latin typeface="Playfair Display"/>
                <a:ea typeface="Playfair Display"/>
                <a:cs typeface="Playfair Display"/>
                <a:sym typeface="Playfair Display"/>
              </a:rPr>
            </a:br>
            <a:endParaRPr>
              <a:latin typeface="Playfair Display"/>
              <a:ea typeface="Playfair Display"/>
              <a:cs typeface="Playfair Display"/>
              <a:sym typeface="Playfair Display"/>
            </a:endParaRPr>
          </a:p>
          <a:p>
            <a:pPr indent="0" lvl="0" marL="0" rtl="0" algn="l">
              <a:spcBef>
                <a:spcPts val="1200"/>
              </a:spcBef>
              <a:spcAft>
                <a:spcPts val="0"/>
              </a:spcAft>
              <a:buNone/>
            </a:pPr>
            <a:r>
              <a:t/>
            </a:r>
            <a:endParaRPr>
              <a:solidFill>
                <a:schemeClr val="lt1"/>
              </a:solidFill>
              <a:latin typeface="Playfair Display Medium"/>
              <a:ea typeface="Playfair Display Medium"/>
              <a:cs typeface="Playfair Display Medium"/>
              <a:sym typeface="Playfair Display Medium"/>
            </a:endParaRPr>
          </a:p>
        </p:txBody>
      </p:sp>
      <p:cxnSp>
        <p:nvCxnSpPr>
          <p:cNvPr id="378" name="Google Shape;378;p47"/>
          <p:cNvCxnSpPr/>
          <p:nvPr/>
        </p:nvCxnSpPr>
        <p:spPr>
          <a:xfrm>
            <a:off x="288624" y="2895782"/>
            <a:ext cx="102000" cy="0"/>
          </a:xfrm>
          <a:prstGeom prst="straightConnector1">
            <a:avLst/>
          </a:prstGeom>
          <a:noFill/>
          <a:ln cap="flat" cmpd="sng" w="19050">
            <a:solidFill>
              <a:schemeClr val="lt1"/>
            </a:solidFill>
            <a:prstDash val="solid"/>
            <a:round/>
            <a:headEnd len="med" w="med" type="none"/>
            <a:tailEnd len="med" w="med" type="none"/>
          </a:ln>
        </p:spPr>
      </p:cxnSp>
      <p:pic>
        <p:nvPicPr>
          <p:cNvPr id="379" name="Google Shape;379;p47"/>
          <p:cNvPicPr preferRelativeResize="0"/>
          <p:nvPr/>
        </p:nvPicPr>
        <p:blipFill>
          <a:blip r:embed="rId3">
            <a:alphaModFix/>
          </a:blip>
          <a:stretch>
            <a:fillRect/>
          </a:stretch>
        </p:blipFill>
        <p:spPr>
          <a:xfrm>
            <a:off x="4864351" y="865775"/>
            <a:ext cx="3876899" cy="3411954"/>
          </a:xfrm>
          <a:prstGeom prst="rect">
            <a:avLst/>
          </a:prstGeom>
          <a:noFill/>
          <a:ln>
            <a:noFill/>
          </a:ln>
        </p:spPr>
      </p:pic>
      <p:sp>
        <p:nvSpPr>
          <p:cNvPr id="380" name="Google Shape;380;p47"/>
          <p:cNvSpPr txBox="1"/>
          <p:nvPr/>
        </p:nvSpPr>
        <p:spPr>
          <a:xfrm>
            <a:off x="516000" y="4375925"/>
            <a:ext cx="7485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Playfair Display"/>
                <a:ea typeface="Playfair Display"/>
                <a:cs typeface="Playfair Display"/>
                <a:sym typeface="Playfair Display"/>
              </a:rPr>
              <a:t>Binary sentiment prediction is substantially easier than exact star rating prediction.</a:t>
            </a:r>
            <a:endParaRPr b="1">
              <a:latin typeface="Playfair Display"/>
              <a:ea typeface="Playfair Display"/>
              <a:cs typeface="Playfair Display"/>
              <a:sym typeface="Playfair Display"/>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48"/>
          <p:cNvSpPr txBox="1"/>
          <p:nvPr>
            <p:ph type="title"/>
          </p:nvPr>
        </p:nvSpPr>
        <p:spPr>
          <a:xfrm>
            <a:off x="276075" y="457200"/>
            <a:ext cx="85944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Deep Learning Models:</a:t>
            </a:r>
            <a:endParaRPr/>
          </a:p>
        </p:txBody>
      </p:sp>
      <p:sp>
        <p:nvSpPr>
          <p:cNvPr id="386" name="Google Shape;386;p48"/>
          <p:cNvSpPr txBox="1"/>
          <p:nvPr/>
        </p:nvSpPr>
        <p:spPr>
          <a:xfrm>
            <a:off x="576981" y="1178973"/>
            <a:ext cx="4992300" cy="2015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None/>
            </a:pPr>
            <a:r>
              <a:rPr b="1" lang="en" sz="1700">
                <a:latin typeface="Playfair Display"/>
                <a:ea typeface="Playfair Display"/>
                <a:cs typeface="Playfair Display"/>
                <a:sym typeface="Playfair Display"/>
              </a:rPr>
              <a:t>Dense Neural Network (TF-IDF)</a:t>
            </a:r>
            <a:endParaRPr b="1" sz="1700">
              <a:latin typeface="Playfair Display"/>
              <a:ea typeface="Playfair Display"/>
              <a:cs typeface="Playfair Display"/>
              <a:sym typeface="Playfair Display"/>
            </a:endParaRPr>
          </a:p>
          <a:p>
            <a:pPr indent="0" lvl="0" marL="0" rtl="0" algn="l">
              <a:lnSpc>
                <a:spcPct val="115000"/>
              </a:lnSpc>
              <a:spcBef>
                <a:spcPts val="1200"/>
              </a:spcBef>
              <a:spcAft>
                <a:spcPts val="0"/>
              </a:spcAft>
              <a:buNone/>
            </a:pPr>
            <a:r>
              <a:rPr lang="en">
                <a:latin typeface="Playfair Display"/>
                <a:ea typeface="Playfair Display"/>
                <a:cs typeface="Playfair Display"/>
                <a:sym typeface="Playfair Display"/>
              </a:rPr>
              <a:t>• Input: 5,000 TF-IDF features</a:t>
            </a:r>
            <a:br>
              <a:rPr lang="en">
                <a:latin typeface="Playfair Display"/>
                <a:ea typeface="Playfair Display"/>
                <a:cs typeface="Playfair Display"/>
                <a:sym typeface="Playfair Display"/>
              </a:rPr>
            </a:br>
            <a:r>
              <a:rPr lang="en">
                <a:latin typeface="Playfair Display"/>
                <a:ea typeface="Playfair Display"/>
                <a:cs typeface="Playfair Display"/>
                <a:sym typeface="Playfair Display"/>
              </a:rPr>
              <a:t> • 2 Dense layers + Dropout</a:t>
            </a:r>
            <a:br>
              <a:rPr lang="en">
                <a:latin typeface="Playfair Display"/>
                <a:ea typeface="Playfair Display"/>
                <a:cs typeface="Playfair Display"/>
                <a:sym typeface="Playfair Display"/>
              </a:rPr>
            </a:br>
            <a:r>
              <a:rPr lang="en">
                <a:latin typeface="Playfair Display"/>
                <a:ea typeface="Playfair Display"/>
                <a:cs typeface="Playfair Display"/>
                <a:sym typeface="Playfair Display"/>
              </a:rPr>
              <a:t> • Binary sentiment classification</a:t>
            </a:r>
            <a:endParaRPr>
              <a:latin typeface="Playfair Display"/>
              <a:ea typeface="Playfair Display"/>
              <a:cs typeface="Playfair Display"/>
              <a:sym typeface="Playfair Display"/>
            </a:endParaRPr>
          </a:p>
          <a:p>
            <a:pPr indent="0" lvl="0" marL="0" rtl="0" algn="l">
              <a:lnSpc>
                <a:spcPct val="115000"/>
              </a:lnSpc>
              <a:spcBef>
                <a:spcPts val="1200"/>
              </a:spcBef>
              <a:spcAft>
                <a:spcPts val="0"/>
              </a:spcAft>
              <a:buNone/>
            </a:pPr>
            <a:r>
              <a:rPr b="1" lang="en">
                <a:latin typeface="Playfair Display"/>
                <a:ea typeface="Playfair Display"/>
                <a:cs typeface="Playfair Display"/>
                <a:sym typeface="Playfair Display"/>
              </a:rPr>
              <a:t>Test Accuracy: ~95%</a:t>
            </a:r>
            <a:endParaRPr b="1">
              <a:latin typeface="Playfair Display"/>
              <a:ea typeface="Playfair Display"/>
              <a:cs typeface="Playfair Display"/>
              <a:sym typeface="Playfair Display"/>
            </a:endParaRPr>
          </a:p>
          <a:p>
            <a:pPr indent="0" lvl="0" marL="0" rtl="0" algn="l">
              <a:spcBef>
                <a:spcPts val="1200"/>
              </a:spcBef>
              <a:spcAft>
                <a:spcPts val="0"/>
              </a:spcAft>
              <a:buNone/>
            </a:pPr>
            <a:r>
              <a:t/>
            </a:r>
            <a:endParaRPr b="1" sz="1700">
              <a:latin typeface="Playfair Display"/>
              <a:ea typeface="Playfair Display"/>
              <a:cs typeface="Playfair Display"/>
              <a:sym typeface="Playfair Display"/>
            </a:endParaRPr>
          </a:p>
        </p:txBody>
      </p:sp>
      <p:cxnSp>
        <p:nvCxnSpPr>
          <p:cNvPr id="387" name="Google Shape;387;p48"/>
          <p:cNvCxnSpPr/>
          <p:nvPr/>
        </p:nvCxnSpPr>
        <p:spPr>
          <a:xfrm>
            <a:off x="276075" y="1289989"/>
            <a:ext cx="102000" cy="0"/>
          </a:xfrm>
          <a:prstGeom prst="straightConnector1">
            <a:avLst/>
          </a:prstGeom>
          <a:noFill/>
          <a:ln cap="flat" cmpd="sng" w="19050">
            <a:solidFill>
              <a:schemeClr val="lt1"/>
            </a:solidFill>
            <a:prstDash val="solid"/>
            <a:round/>
            <a:headEnd len="med" w="med" type="none"/>
            <a:tailEnd len="med" w="med" type="none"/>
          </a:ln>
        </p:spPr>
      </p:cxnSp>
      <p:sp>
        <p:nvSpPr>
          <p:cNvPr id="388" name="Google Shape;388;p48"/>
          <p:cNvSpPr txBox="1"/>
          <p:nvPr/>
        </p:nvSpPr>
        <p:spPr>
          <a:xfrm>
            <a:off x="605667" y="2779625"/>
            <a:ext cx="3876900" cy="2015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None/>
            </a:pPr>
            <a:r>
              <a:rPr b="1" lang="en" sz="1700">
                <a:latin typeface="Playfair Display"/>
                <a:ea typeface="Playfair Display"/>
                <a:cs typeface="Playfair Display"/>
                <a:sym typeface="Playfair Display"/>
              </a:rPr>
              <a:t>LSTM (Sequence Model)</a:t>
            </a:r>
            <a:endParaRPr b="1" sz="1700">
              <a:latin typeface="Playfair Display"/>
              <a:ea typeface="Playfair Display"/>
              <a:cs typeface="Playfair Display"/>
              <a:sym typeface="Playfair Display"/>
            </a:endParaRPr>
          </a:p>
          <a:p>
            <a:pPr indent="0" lvl="0" marL="0" rtl="0" algn="l">
              <a:lnSpc>
                <a:spcPct val="115000"/>
              </a:lnSpc>
              <a:spcBef>
                <a:spcPts val="1200"/>
              </a:spcBef>
              <a:spcAft>
                <a:spcPts val="0"/>
              </a:spcAft>
              <a:buNone/>
            </a:pPr>
            <a:r>
              <a:rPr lang="en">
                <a:latin typeface="Playfair Display"/>
                <a:ea typeface="Playfair Display"/>
                <a:cs typeface="Playfair Display"/>
                <a:sym typeface="Playfair Display"/>
              </a:rPr>
              <a:t>• Tokenization + Padding (max length = 200)</a:t>
            </a:r>
            <a:br>
              <a:rPr lang="en">
                <a:latin typeface="Playfair Display"/>
                <a:ea typeface="Playfair Display"/>
                <a:cs typeface="Playfair Display"/>
                <a:sym typeface="Playfair Display"/>
              </a:rPr>
            </a:br>
            <a:r>
              <a:rPr lang="en">
                <a:latin typeface="Playfair Display"/>
                <a:ea typeface="Playfair Display"/>
                <a:cs typeface="Playfair Display"/>
                <a:sym typeface="Playfair Display"/>
              </a:rPr>
              <a:t> • Embedding layer + LSTM</a:t>
            </a:r>
            <a:br>
              <a:rPr lang="en">
                <a:latin typeface="Playfair Display"/>
                <a:ea typeface="Playfair Display"/>
                <a:cs typeface="Playfair Display"/>
                <a:sym typeface="Playfair Display"/>
              </a:rPr>
            </a:br>
            <a:r>
              <a:rPr lang="en">
                <a:latin typeface="Playfair Display"/>
                <a:ea typeface="Playfair Display"/>
                <a:cs typeface="Playfair Display"/>
                <a:sym typeface="Playfair Display"/>
              </a:rPr>
              <a:t> • Captures word order &amp; context</a:t>
            </a:r>
            <a:endParaRPr>
              <a:latin typeface="Playfair Display"/>
              <a:ea typeface="Playfair Display"/>
              <a:cs typeface="Playfair Display"/>
              <a:sym typeface="Playfair Display"/>
            </a:endParaRPr>
          </a:p>
          <a:p>
            <a:pPr indent="0" lvl="0" marL="0" rtl="0" algn="l">
              <a:lnSpc>
                <a:spcPct val="115000"/>
              </a:lnSpc>
              <a:spcBef>
                <a:spcPts val="1200"/>
              </a:spcBef>
              <a:spcAft>
                <a:spcPts val="0"/>
              </a:spcAft>
              <a:buNone/>
            </a:pPr>
            <a:r>
              <a:rPr b="1" lang="en">
                <a:latin typeface="Playfair Display"/>
                <a:ea typeface="Playfair Display"/>
                <a:cs typeface="Playfair Display"/>
                <a:sym typeface="Playfair Display"/>
              </a:rPr>
              <a:t>Test Accuracy: ~85%</a:t>
            </a:r>
            <a:endParaRPr b="1">
              <a:latin typeface="Playfair Display"/>
              <a:ea typeface="Playfair Display"/>
              <a:cs typeface="Playfair Display"/>
              <a:sym typeface="Playfair Display"/>
            </a:endParaRPr>
          </a:p>
          <a:p>
            <a:pPr indent="0" lvl="0" marL="0" rtl="0" algn="l">
              <a:spcBef>
                <a:spcPts val="1200"/>
              </a:spcBef>
              <a:spcAft>
                <a:spcPts val="0"/>
              </a:spcAft>
              <a:buNone/>
            </a:pPr>
            <a:r>
              <a:t/>
            </a:r>
            <a:endParaRPr b="1" sz="1700">
              <a:latin typeface="Playfair Display"/>
              <a:ea typeface="Playfair Display"/>
              <a:cs typeface="Playfair Display"/>
              <a:sym typeface="Playfair Display"/>
            </a:endParaRPr>
          </a:p>
        </p:txBody>
      </p:sp>
      <p:cxnSp>
        <p:nvCxnSpPr>
          <p:cNvPr id="389" name="Google Shape;389;p48"/>
          <p:cNvCxnSpPr/>
          <p:nvPr/>
        </p:nvCxnSpPr>
        <p:spPr>
          <a:xfrm>
            <a:off x="288624" y="2895782"/>
            <a:ext cx="102000" cy="0"/>
          </a:xfrm>
          <a:prstGeom prst="straightConnector1">
            <a:avLst/>
          </a:prstGeom>
          <a:noFill/>
          <a:ln cap="flat" cmpd="sng" w="19050">
            <a:solidFill>
              <a:schemeClr val="lt1"/>
            </a:solidFill>
            <a:prstDash val="solid"/>
            <a:round/>
            <a:headEnd len="med" w="med" type="none"/>
            <a:tailEnd len="med" w="med" type="none"/>
          </a:ln>
        </p:spPr>
      </p:cxnSp>
      <p:sp>
        <p:nvSpPr>
          <p:cNvPr id="390" name="Google Shape;390;p48"/>
          <p:cNvSpPr txBox="1"/>
          <p:nvPr/>
        </p:nvSpPr>
        <p:spPr>
          <a:xfrm>
            <a:off x="516000" y="4375925"/>
            <a:ext cx="7485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Playfair Display"/>
                <a:ea typeface="Playfair Display"/>
                <a:cs typeface="Playfair Display"/>
                <a:sym typeface="Playfair Display"/>
              </a:rPr>
              <a:t>Binary sentiment prediction is substantially easier than exact star rating prediction.</a:t>
            </a:r>
            <a:endParaRPr b="1">
              <a:latin typeface="Playfair Display"/>
              <a:ea typeface="Playfair Display"/>
              <a:cs typeface="Playfair Display"/>
              <a:sym typeface="Playfair Display"/>
            </a:endParaRPr>
          </a:p>
        </p:txBody>
      </p:sp>
      <p:pic>
        <p:nvPicPr>
          <p:cNvPr id="391" name="Google Shape;391;p48"/>
          <p:cNvPicPr preferRelativeResize="0"/>
          <p:nvPr/>
        </p:nvPicPr>
        <p:blipFill>
          <a:blip r:embed="rId3">
            <a:alphaModFix/>
          </a:blip>
          <a:stretch>
            <a:fillRect/>
          </a:stretch>
        </p:blipFill>
        <p:spPr>
          <a:xfrm>
            <a:off x="5569281" y="533400"/>
            <a:ext cx="3152775" cy="2038350"/>
          </a:xfrm>
          <a:prstGeom prst="rect">
            <a:avLst/>
          </a:prstGeom>
          <a:noFill/>
          <a:ln>
            <a:noFill/>
          </a:ln>
        </p:spPr>
      </p:pic>
      <p:pic>
        <p:nvPicPr>
          <p:cNvPr id="392" name="Google Shape;392;p48"/>
          <p:cNvPicPr preferRelativeResize="0"/>
          <p:nvPr/>
        </p:nvPicPr>
        <p:blipFill>
          <a:blip r:embed="rId4">
            <a:alphaModFix/>
          </a:blip>
          <a:stretch>
            <a:fillRect/>
          </a:stretch>
        </p:blipFill>
        <p:spPr>
          <a:xfrm>
            <a:off x="5602613" y="2699675"/>
            <a:ext cx="3086100" cy="20764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49"/>
          <p:cNvSpPr txBox="1"/>
          <p:nvPr>
            <p:ph type="title"/>
          </p:nvPr>
        </p:nvSpPr>
        <p:spPr>
          <a:xfrm>
            <a:off x="276075" y="457200"/>
            <a:ext cx="58047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Pre-Trained Transformer Model</a:t>
            </a:r>
            <a:endParaRPr/>
          </a:p>
        </p:txBody>
      </p:sp>
      <p:sp>
        <p:nvSpPr>
          <p:cNvPr id="398" name="Google Shape;398;p49"/>
          <p:cNvSpPr txBox="1"/>
          <p:nvPr>
            <p:ph idx="22" type="subTitle"/>
          </p:nvPr>
        </p:nvSpPr>
        <p:spPr>
          <a:xfrm>
            <a:off x="276075" y="4815950"/>
            <a:ext cx="2010000" cy="18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9" name="Google Shape;399;p49"/>
          <p:cNvSpPr txBox="1"/>
          <p:nvPr/>
        </p:nvSpPr>
        <p:spPr>
          <a:xfrm>
            <a:off x="829800" y="1337700"/>
            <a:ext cx="30000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t/>
            </a:r>
            <a:endParaRPr sz="1100"/>
          </a:p>
        </p:txBody>
      </p:sp>
      <p:sp>
        <p:nvSpPr>
          <p:cNvPr id="400" name="Google Shape;400;p49"/>
          <p:cNvSpPr txBox="1"/>
          <p:nvPr/>
        </p:nvSpPr>
        <p:spPr>
          <a:xfrm>
            <a:off x="717606" y="1209448"/>
            <a:ext cx="4992300" cy="33525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None/>
            </a:pPr>
            <a:r>
              <a:rPr b="1" lang="en" sz="2100">
                <a:latin typeface="Playfair Display"/>
                <a:ea typeface="Playfair Display"/>
                <a:cs typeface="Playfair Display"/>
                <a:sym typeface="Playfair Display"/>
              </a:rPr>
              <a:t>Model Used</a:t>
            </a:r>
            <a:endParaRPr b="1" sz="2100">
              <a:latin typeface="Playfair Display"/>
              <a:ea typeface="Playfair Display"/>
              <a:cs typeface="Playfair Display"/>
              <a:sym typeface="Playfair Display"/>
            </a:endParaRPr>
          </a:p>
          <a:p>
            <a:pPr indent="0" lvl="0" marL="0" rtl="0" algn="l">
              <a:lnSpc>
                <a:spcPct val="115000"/>
              </a:lnSpc>
              <a:spcBef>
                <a:spcPts val="1200"/>
              </a:spcBef>
              <a:spcAft>
                <a:spcPts val="0"/>
              </a:spcAft>
              <a:buNone/>
            </a:pPr>
            <a:r>
              <a:rPr lang="en" sz="1500">
                <a:latin typeface="Playfair Display"/>
                <a:ea typeface="Playfair Display"/>
                <a:cs typeface="Playfair Display"/>
                <a:sym typeface="Playfair Display"/>
              </a:rPr>
              <a:t>• Pre-trained DistilBERT</a:t>
            </a:r>
            <a:br>
              <a:rPr lang="en" sz="1500">
                <a:latin typeface="Playfair Display"/>
                <a:ea typeface="Playfair Display"/>
                <a:cs typeface="Playfair Display"/>
                <a:sym typeface="Playfair Display"/>
              </a:rPr>
            </a:br>
            <a:r>
              <a:rPr lang="en" sz="1500">
                <a:latin typeface="Playfair Display"/>
                <a:ea typeface="Playfair Display"/>
                <a:cs typeface="Playfair Display"/>
                <a:sym typeface="Playfair Display"/>
              </a:rPr>
              <a:t> • Fine-tuned on SST-2 sentiment dataset</a:t>
            </a:r>
            <a:br>
              <a:rPr lang="en" sz="1500">
                <a:latin typeface="Playfair Display"/>
                <a:ea typeface="Playfair Display"/>
                <a:cs typeface="Playfair Display"/>
                <a:sym typeface="Playfair Display"/>
              </a:rPr>
            </a:br>
            <a:r>
              <a:rPr lang="en" sz="1500">
                <a:latin typeface="Playfair Display"/>
                <a:ea typeface="Playfair Display"/>
                <a:cs typeface="Playfair Display"/>
                <a:sym typeface="Playfair Display"/>
              </a:rPr>
              <a:t> • Hugging Face pipeline implementation</a:t>
            </a:r>
            <a:endParaRPr sz="1500">
              <a:latin typeface="Playfair Display"/>
              <a:ea typeface="Playfair Display"/>
              <a:cs typeface="Playfair Display"/>
              <a:sym typeface="Playfair Display"/>
            </a:endParaRPr>
          </a:p>
          <a:p>
            <a:pPr indent="0" lvl="0" marL="0" rtl="0" algn="l">
              <a:lnSpc>
                <a:spcPct val="115000"/>
              </a:lnSpc>
              <a:spcBef>
                <a:spcPts val="1800"/>
              </a:spcBef>
              <a:spcAft>
                <a:spcPts val="0"/>
              </a:spcAft>
              <a:buNone/>
            </a:pPr>
            <a:r>
              <a:rPr b="1" lang="en" sz="2100">
                <a:latin typeface="Playfair Display"/>
                <a:ea typeface="Playfair Display"/>
                <a:cs typeface="Playfair Display"/>
                <a:sym typeface="Playfair Display"/>
              </a:rPr>
              <a:t>Performance</a:t>
            </a:r>
            <a:endParaRPr b="1" sz="2100">
              <a:latin typeface="Playfair Display"/>
              <a:ea typeface="Playfair Display"/>
              <a:cs typeface="Playfair Display"/>
              <a:sym typeface="Playfair Display"/>
            </a:endParaRPr>
          </a:p>
          <a:p>
            <a:pPr indent="0" lvl="0" marL="0" rtl="0" algn="l">
              <a:lnSpc>
                <a:spcPct val="115000"/>
              </a:lnSpc>
              <a:spcBef>
                <a:spcPts val="1200"/>
              </a:spcBef>
              <a:spcAft>
                <a:spcPts val="0"/>
              </a:spcAft>
              <a:buNone/>
            </a:pPr>
            <a:r>
              <a:rPr lang="en" sz="1500">
                <a:latin typeface="Playfair Display"/>
                <a:ea typeface="Playfair Display"/>
                <a:cs typeface="Playfair Display"/>
                <a:sym typeface="Playfair Display"/>
              </a:rPr>
              <a:t>• Accuracy ≈ </a:t>
            </a:r>
            <a:r>
              <a:rPr b="1" lang="en" sz="1500">
                <a:latin typeface="Playfair Display"/>
                <a:ea typeface="Playfair Display"/>
                <a:cs typeface="Playfair Display"/>
                <a:sym typeface="Playfair Display"/>
              </a:rPr>
              <a:t>96.7%</a:t>
            </a:r>
            <a:br>
              <a:rPr b="1" lang="en" sz="1500">
                <a:latin typeface="Playfair Display"/>
                <a:ea typeface="Playfair Display"/>
                <a:cs typeface="Playfair Display"/>
                <a:sym typeface="Playfair Display"/>
              </a:rPr>
            </a:br>
            <a:r>
              <a:rPr lang="en" sz="1500">
                <a:latin typeface="Playfair Display"/>
                <a:ea typeface="Playfair Display"/>
                <a:cs typeface="Playfair Display"/>
                <a:sym typeface="Playfair Display"/>
              </a:rPr>
              <a:t> • Precision &amp; Recall ≈ 0.97</a:t>
            </a:r>
            <a:br>
              <a:rPr lang="en" sz="1500">
                <a:latin typeface="Playfair Display"/>
                <a:ea typeface="Playfair Display"/>
                <a:cs typeface="Playfair Display"/>
                <a:sym typeface="Playfair Display"/>
              </a:rPr>
            </a:br>
            <a:r>
              <a:rPr lang="en" sz="1500">
                <a:latin typeface="Playfair Display"/>
                <a:ea typeface="Playfair Display"/>
                <a:cs typeface="Playfair Display"/>
                <a:sym typeface="Playfair Display"/>
              </a:rPr>
              <a:t> • Very strong class balance</a:t>
            </a:r>
            <a:endParaRPr sz="1500">
              <a:latin typeface="Playfair Display"/>
              <a:ea typeface="Playfair Display"/>
              <a:cs typeface="Playfair Display"/>
              <a:sym typeface="Playfair Display"/>
            </a:endParaRPr>
          </a:p>
          <a:p>
            <a:pPr indent="0" lvl="0" marL="0" rtl="0" algn="l">
              <a:spcBef>
                <a:spcPts val="1200"/>
              </a:spcBef>
              <a:spcAft>
                <a:spcPts val="0"/>
              </a:spcAft>
              <a:buNone/>
            </a:pPr>
            <a:r>
              <a:t/>
            </a:r>
            <a:endParaRPr b="1" sz="2100">
              <a:latin typeface="Playfair Display"/>
              <a:ea typeface="Playfair Display"/>
              <a:cs typeface="Playfair Display"/>
              <a:sym typeface="Playfair Display"/>
            </a:endParaRPr>
          </a:p>
        </p:txBody>
      </p:sp>
      <p:cxnSp>
        <p:nvCxnSpPr>
          <p:cNvPr id="401" name="Google Shape;401;p49"/>
          <p:cNvCxnSpPr/>
          <p:nvPr/>
        </p:nvCxnSpPr>
        <p:spPr>
          <a:xfrm>
            <a:off x="416700" y="1320464"/>
            <a:ext cx="102000" cy="0"/>
          </a:xfrm>
          <a:prstGeom prst="straightConnector1">
            <a:avLst/>
          </a:prstGeom>
          <a:noFill/>
          <a:ln cap="flat" cmpd="sng" w="19050">
            <a:solidFill>
              <a:schemeClr val="lt1"/>
            </a:solidFill>
            <a:prstDash val="solid"/>
            <a:round/>
            <a:headEnd len="med" w="med" type="none"/>
            <a:tailEnd len="med" w="med" type="none"/>
          </a:ln>
        </p:spPr>
      </p:cxnSp>
      <p:pic>
        <p:nvPicPr>
          <p:cNvPr id="402" name="Google Shape;402;p49"/>
          <p:cNvPicPr preferRelativeResize="0"/>
          <p:nvPr/>
        </p:nvPicPr>
        <p:blipFill>
          <a:blip r:embed="rId3">
            <a:alphaModFix/>
          </a:blip>
          <a:stretch>
            <a:fillRect/>
          </a:stretch>
        </p:blipFill>
        <p:spPr>
          <a:xfrm>
            <a:off x="4451153" y="1366725"/>
            <a:ext cx="4515498" cy="30379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50"/>
          <p:cNvSpPr txBox="1"/>
          <p:nvPr>
            <p:ph type="title"/>
          </p:nvPr>
        </p:nvSpPr>
        <p:spPr>
          <a:xfrm>
            <a:off x="276075" y="457200"/>
            <a:ext cx="38001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Comparison Of Models:</a:t>
            </a:r>
            <a:endParaRPr/>
          </a:p>
        </p:txBody>
      </p:sp>
      <p:graphicFrame>
        <p:nvGraphicFramePr>
          <p:cNvPr id="408" name="Google Shape;408;p50"/>
          <p:cNvGraphicFramePr/>
          <p:nvPr/>
        </p:nvGraphicFramePr>
        <p:xfrm>
          <a:off x="1925063" y="1554250"/>
          <a:ext cx="3000000" cy="3000000"/>
        </p:xfrm>
        <a:graphic>
          <a:graphicData uri="http://schemas.openxmlformats.org/drawingml/2006/table">
            <a:tbl>
              <a:tblPr>
                <a:noFill/>
                <a:tableStyleId>{BF12AFFF-3769-4123-B452-0189D980E2B8}</a:tableStyleId>
              </a:tblPr>
              <a:tblGrid>
                <a:gridCol w="3442750"/>
                <a:gridCol w="1341075"/>
              </a:tblGrid>
              <a:tr h="190500">
                <a:tc>
                  <a:txBody>
                    <a:bodyPr/>
                    <a:lstStyle/>
                    <a:p>
                      <a:pPr indent="0" lvl="0" marL="0" rtl="0" algn="ctr">
                        <a:lnSpc>
                          <a:spcPct val="115000"/>
                        </a:lnSpc>
                        <a:spcBef>
                          <a:spcPts val="0"/>
                        </a:spcBef>
                        <a:spcAft>
                          <a:spcPts val="0"/>
                        </a:spcAft>
                        <a:buNone/>
                      </a:pPr>
                      <a:r>
                        <a:rPr b="1" lang="en" sz="1800"/>
                        <a:t>Model</a:t>
                      </a:r>
                      <a:endParaRPr b="1" sz="1800"/>
                    </a:p>
                  </a:txBody>
                  <a:tcPr marT="91425" marB="91425" marR="91425" marL="91425"/>
                </a:tc>
                <a:tc>
                  <a:txBody>
                    <a:bodyPr/>
                    <a:lstStyle/>
                    <a:p>
                      <a:pPr indent="0" lvl="0" marL="0" rtl="0" algn="ctr">
                        <a:lnSpc>
                          <a:spcPct val="115000"/>
                        </a:lnSpc>
                        <a:spcBef>
                          <a:spcPts val="0"/>
                        </a:spcBef>
                        <a:spcAft>
                          <a:spcPts val="0"/>
                        </a:spcAft>
                        <a:buNone/>
                      </a:pPr>
                      <a:r>
                        <a:rPr b="1" lang="en" sz="1800"/>
                        <a:t>Accuracy</a:t>
                      </a:r>
                      <a:endParaRPr b="1" sz="1800"/>
                    </a:p>
                  </a:txBody>
                  <a:tcPr marT="91425" marB="91425" marR="91425" marL="91425"/>
                </a:tc>
              </a:tr>
              <a:tr h="190500">
                <a:tc>
                  <a:txBody>
                    <a:bodyPr/>
                    <a:lstStyle/>
                    <a:p>
                      <a:pPr indent="0" lvl="0" marL="0" rtl="0" algn="l">
                        <a:spcBef>
                          <a:spcPts val="0"/>
                        </a:spcBef>
                        <a:spcAft>
                          <a:spcPts val="0"/>
                        </a:spcAft>
                        <a:buNone/>
                      </a:pPr>
                      <a:r>
                        <a:rPr lang="en" sz="2100"/>
                        <a:t>Logistic Regression</a:t>
                      </a:r>
                      <a:endParaRPr sz="2100"/>
                    </a:p>
                  </a:txBody>
                  <a:tcPr marT="91425" marB="91425" marR="91425" marL="91425"/>
                </a:tc>
                <a:tc>
                  <a:txBody>
                    <a:bodyPr/>
                    <a:lstStyle/>
                    <a:p>
                      <a:pPr indent="0" lvl="0" marL="0" rtl="0" algn="l">
                        <a:spcBef>
                          <a:spcPts val="0"/>
                        </a:spcBef>
                        <a:spcAft>
                          <a:spcPts val="0"/>
                        </a:spcAft>
                        <a:buNone/>
                      </a:pPr>
                      <a:r>
                        <a:rPr lang="en" sz="2100"/>
                        <a:t>96%</a:t>
                      </a:r>
                      <a:endParaRPr sz="2100"/>
                    </a:p>
                  </a:txBody>
                  <a:tcPr marT="91425" marB="91425" marR="91425" marL="91425"/>
                </a:tc>
              </a:tr>
              <a:tr h="190500">
                <a:tc>
                  <a:txBody>
                    <a:bodyPr/>
                    <a:lstStyle/>
                    <a:p>
                      <a:pPr indent="0" lvl="0" marL="0" rtl="0" algn="l">
                        <a:spcBef>
                          <a:spcPts val="0"/>
                        </a:spcBef>
                        <a:spcAft>
                          <a:spcPts val="0"/>
                        </a:spcAft>
                        <a:buNone/>
                      </a:pPr>
                      <a:r>
                        <a:rPr lang="en" sz="2100"/>
                        <a:t>DNN (TF-IDF)</a:t>
                      </a:r>
                      <a:endParaRPr sz="2100"/>
                    </a:p>
                  </a:txBody>
                  <a:tcPr marT="91425" marB="91425" marR="91425" marL="91425"/>
                </a:tc>
                <a:tc>
                  <a:txBody>
                    <a:bodyPr/>
                    <a:lstStyle/>
                    <a:p>
                      <a:pPr indent="0" lvl="0" marL="0" rtl="0" algn="l">
                        <a:spcBef>
                          <a:spcPts val="0"/>
                        </a:spcBef>
                        <a:spcAft>
                          <a:spcPts val="0"/>
                        </a:spcAft>
                        <a:buNone/>
                      </a:pPr>
                      <a:r>
                        <a:rPr lang="en" sz="2100"/>
                        <a:t>95%</a:t>
                      </a:r>
                      <a:endParaRPr sz="2100"/>
                    </a:p>
                  </a:txBody>
                  <a:tcPr marT="91425" marB="91425" marR="91425" marL="91425"/>
                </a:tc>
              </a:tr>
              <a:tr h="190500">
                <a:tc>
                  <a:txBody>
                    <a:bodyPr/>
                    <a:lstStyle/>
                    <a:p>
                      <a:pPr indent="0" lvl="0" marL="0" rtl="0" algn="l">
                        <a:spcBef>
                          <a:spcPts val="0"/>
                        </a:spcBef>
                        <a:spcAft>
                          <a:spcPts val="0"/>
                        </a:spcAft>
                        <a:buNone/>
                      </a:pPr>
                      <a:r>
                        <a:rPr lang="en" sz="2100"/>
                        <a:t>LSTM</a:t>
                      </a:r>
                      <a:endParaRPr sz="2100"/>
                    </a:p>
                  </a:txBody>
                  <a:tcPr marT="91425" marB="91425" marR="91425" marL="91425"/>
                </a:tc>
                <a:tc>
                  <a:txBody>
                    <a:bodyPr/>
                    <a:lstStyle/>
                    <a:p>
                      <a:pPr indent="0" lvl="0" marL="0" rtl="0" algn="l">
                        <a:spcBef>
                          <a:spcPts val="0"/>
                        </a:spcBef>
                        <a:spcAft>
                          <a:spcPts val="0"/>
                        </a:spcAft>
                        <a:buNone/>
                      </a:pPr>
                      <a:r>
                        <a:rPr lang="en" sz="2100"/>
                        <a:t>85%</a:t>
                      </a:r>
                      <a:endParaRPr sz="2100"/>
                    </a:p>
                  </a:txBody>
                  <a:tcPr marT="91425" marB="91425" marR="91425" marL="91425"/>
                </a:tc>
              </a:tr>
              <a:tr h="190500">
                <a:tc>
                  <a:txBody>
                    <a:bodyPr/>
                    <a:lstStyle/>
                    <a:p>
                      <a:pPr indent="0" lvl="0" marL="0" rtl="0" algn="l">
                        <a:spcBef>
                          <a:spcPts val="0"/>
                        </a:spcBef>
                        <a:spcAft>
                          <a:spcPts val="0"/>
                        </a:spcAft>
                        <a:buNone/>
                      </a:pPr>
                      <a:r>
                        <a:rPr lang="en" sz="2100"/>
                        <a:t>Transformer (DistilBERT)</a:t>
                      </a:r>
                      <a:endParaRPr sz="2100"/>
                    </a:p>
                  </a:txBody>
                  <a:tcPr marT="91425" marB="91425" marR="91425" marL="91425"/>
                </a:tc>
                <a:tc>
                  <a:txBody>
                    <a:bodyPr/>
                    <a:lstStyle/>
                    <a:p>
                      <a:pPr indent="0" lvl="0" marL="0" rtl="0" algn="l">
                        <a:spcBef>
                          <a:spcPts val="0"/>
                        </a:spcBef>
                        <a:spcAft>
                          <a:spcPts val="0"/>
                        </a:spcAft>
                        <a:buNone/>
                      </a:pPr>
                      <a:r>
                        <a:rPr b="1" lang="en" sz="1800"/>
                        <a:t>97%</a:t>
                      </a:r>
                      <a:endParaRPr b="1" sz="1800"/>
                    </a:p>
                  </a:txBody>
                  <a:tcPr marT="91425" marB="91425" marR="91425" marL="91425"/>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51"/>
          <p:cNvSpPr txBox="1"/>
          <p:nvPr>
            <p:ph type="title"/>
          </p:nvPr>
        </p:nvSpPr>
        <p:spPr>
          <a:xfrm>
            <a:off x="276075" y="457200"/>
            <a:ext cx="38001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Gradio App Overview:</a:t>
            </a:r>
            <a:endParaRPr/>
          </a:p>
        </p:txBody>
      </p:sp>
      <p:sp>
        <p:nvSpPr>
          <p:cNvPr id="414" name="Google Shape;414;p51"/>
          <p:cNvSpPr txBox="1"/>
          <p:nvPr/>
        </p:nvSpPr>
        <p:spPr>
          <a:xfrm>
            <a:off x="829800" y="1337700"/>
            <a:ext cx="30000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t/>
            </a:r>
            <a:endParaRPr sz="1100"/>
          </a:p>
        </p:txBody>
      </p:sp>
      <p:sp>
        <p:nvSpPr>
          <p:cNvPr id="415" name="Google Shape;415;p51"/>
          <p:cNvSpPr txBox="1"/>
          <p:nvPr/>
        </p:nvSpPr>
        <p:spPr>
          <a:xfrm>
            <a:off x="658500" y="936950"/>
            <a:ext cx="3486900" cy="155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600">
                <a:latin typeface="Playfair Display"/>
                <a:ea typeface="Playfair Display"/>
                <a:cs typeface="Playfair Display"/>
                <a:sym typeface="Playfair Display"/>
              </a:rPr>
              <a:t>Interactive web UI to explore restaurants + reviews</a:t>
            </a:r>
            <a:br>
              <a:rPr lang="en" sz="1600">
                <a:latin typeface="Playfair Display"/>
                <a:ea typeface="Playfair Display"/>
                <a:cs typeface="Playfair Display"/>
                <a:sym typeface="Playfair Display"/>
              </a:rPr>
            </a:br>
            <a:endParaRPr sz="1600">
              <a:latin typeface="Playfair Display"/>
              <a:ea typeface="Playfair Display"/>
              <a:cs typeface="Playfair Display"/>
              <a:sym typeface="Playfair Display"/>
            </a:endParaRPr>
          </a:p>
          <a:p>
            <a:pPr indent="0" lvl="0" marL="0" rtl="0" algn="l">
              <a:spcBef>
                <a:spcPts val="0"/>
              </a:spcBef>
              <a:spcAft>
                <a:spcPts val="0"/>
              </a:spcAft>
              <a:buNone/>
            </a:pPr>
            <a:r>
              <a:rPr lang="en" sz="1600">
                <a:latin typeface="Playfair Display"/>
                <a:ea typeface="Playfair Display"/>
                <a:cs typeface="Playfair Display"/>
                <a:sym typeface="Playfair Display"/>
              </a:rPr>
              <a:t>Pulls real reviews from the merged Yelp dataset (750K)</a:t>
            </a:r>
            <a:endParaRPr sz="1600">
              <a:latin typeface="Playfair Display"/>
              <a:ea typeface="Playfair Display"/>
              <a:cs typeface="Playfair Display"/>
              <a:sym typeface="Playfair Display"/>
            </a:endParaRPr>
          </a:p>
          <a:p>
            <a:pPr indent="0" lvl="0" marL="0" rtl="0" algn="l">
              <a:spcBef>
                <a:spcPts val="0"/>
              </a:spcBef>
              <a:spcAft>
                <a:spcPts val="0"/>
              </a:spcAft>
              <a:buNone/>
            </a:pPr>
            <a:r>
              <a:t/>
            </a:r>
            <a:endParaRPr sz="2100">
              <a:latin typeface="Playfair Display"/>
              <a:ea typeface="Playfair Display"/>
              <a:cs typeface="Playfair Display"/>
              <a:sym typeface="Playfair Display"/>
            </a:endParaRPr>
          </a:p>
        </p:txBody>
      </p:sp>
      <p:cxnSp>
        <p:nvCxnSpPr>
          <p:cNvPr id="416" name="Google Shape;416;p51"/>
          <p:cNvCxnSpPr/>
          <p:nvPr/>
        </p:nvCxnSpPr>
        <p:spPr>
          <a:xfrm>
            <a:off x="276075" y="1107089"/>
            <a:ext cx="102000" cy="0"/>
          </a:xfrm>
          <a:prstGeom prst="straightConnector1">
            <a:avLst/>
          </a:prstGeom>
          <a:noFill/>
          <a:ln cap="flat" cmpd="sng" w="19050">
            <a:solidFill>
              <a:schemeClr val="lt1"/>
            </a:solidFill>
            <a:prstDash val="solid"/>
            <a:round/>
            <a:headEnd len="med" w="med" type="none"/>
            <a:tailEnd len="med" w="med" type="none"/>
          </a:ln>
        </p:spPr>
      </p:cxnSp>
      <p:pic>
        <p:nvPicPr>
          <p:cNvPr id="417" name="Google Shape;417;p51" title="GRADIO USE.png"/>
          <p:cNvPicPr preferRelativeResize="0"/>
          <p:nvPr/>
        </p:nvPicPr>
        <p:blipFill>
          <a:blip r:embed="rId3">
            <a:alphaModFix/>
          </a:blip>
          <a:stretch>
            <a:fillRect/>
          </a:stretch>
        </p:blipFill>
        <p:spPr>
          <a:xfrm>
            <a:off x="2038088" y="2491551"/>
            <a:ext cx="5067823" cy="2560419"/>
          </a:xfrm>
          <a:prstGeom prst="rect">
            <a:avLst/>
          </a:prstGeom>
          <a:noFill/>
          <a:ln>
            <a:noFill/>
          </a:ln>
        </p:spPr>
      </p:pic>
      <p:sp>
        <p:nvSpPr>
          <p:cNvPr id="418" name="Google Shape;418;p51"/>
          <p:cNvSpPr txBox="1"/>
          <p:nvPr/>
        </p:nvSpPr>
        <p:spPr>
          <a:xfrm>
            <a:off x="4712350" y="845100"/>
            <a:ext cx="3486900" cy="1554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600">
                <a:latin typeface="Playfair Display"/>
                <a:ea typeface="Playfair Display"/>
                <a:cs typeface="Playfair Display"/>
                <a:sym typeface="Playfair Display"/>
              </a:rPr>
              <a:t>Runs sentiment + summary on selected restaurant/reviews</a:t>
            </a:r>
            <a:br>
              <a:rPr lang="en" sz="1600">
                <a:latin typeface="Playfair Display"/>
                <a:ea typeface="Playfair Display"/>
                <a:cs typeface="Playfair Display"/>
                <a:sym typeface="Playfair Display"/>
              </a:rPr>
            </a:br>
            <a:endParaRPr sz="1600">
              <a:latin typeface="Playfair Display"/>
              <a:ea typeface="Playfair Display"/>
              <a:cs typeface="Playfair Display"/>
              <a:sym typeface="Playfair Display"/>
            </a:endParaRPr>
          </a:p>
          <a:p>
            <a:pPr indent="0" lvl="0" marL="0" rtl="0" algn="l">
              <a:spcBef>
                <a:spcPts val="0"/>
              </a:spcBef>
              <a:spcAft>
                <a:spcPts val="0"/>
              </a:spcAft>
              <a:buNone/>
            </a:pPr>
            <a:r>
              <a:rPr lang="en" sz="1600">
                <a:latin typeface="Playfair Display"/>
                <a:ea typeface="Playfair Display"/>
                <a:cs typeface="Playfair Display"/>
                <a:sym typeface="Playfair Display"/>
              </a:rPr>
              <a:t>Shows key metrics (avg rating, review count)</a:t>
            </a:r>
            <a:endParaRPr sz="1600">
              <a:latin typeface="Playfair Display"/>
              <a:ea typeface="Playfair Display"/>
              <a:cs typeface="Playfair Display"/>
              <a:sym typeface="Playfair Display"/>
            </a:endParaRPr>
          </a:p>
          <a:p>
            <a:pPr indent="0" lvl="0" marL="0" rtl="0" algn="l">
              <a:spcBef>
                <a:spcPts val="0"/>
              </a:spcBef>
              <a:spcAft>
                <a:spcPts val="0"/>
              </a:spcAft>
              <a:buNone/>
            </a:pPr>
            <a:r>
              <a:t/>
            </a:r>
            <a:endParaRPr sz="2100">
              <a:latin typeface="Playfair Display"/>
              <a:ea typeface="Playfair Display"/>
              <a:cs typeface="Playfair Display"/>
              <a:sym typeface="Playfair Display"/>
            </a:endParaRPr>
          </a:p>
        </p:txBody>
      </p:sp>
    </p:spTree>
  </p:cSld>
  <p:clrMapOvr>
    <a:masterClrMapping/>
  </p:clrMapOvr>
</p:sld>
</file>

<file path=ppt/theme/theme1.xml><?xml version="1.0" encoding="utf-8"?>
<a:theme xmlns:a="http://schemas.openxmlformats.org/drawingml/2006/main" xmlns:r="http://schemas.openxmlformats.org/officeDocument/2006/relationships" name="Project Kickoff Presentation">
  <a:themeElements>
    <a:clrScheme name="Simple Light">
      <a:dk1>
        <a:srgbClr val="FBFBFB"/>
      </a:dk1>
      <a:lt1>
        <a:srgbClr val="1C2026"/>
      </a:lt1>
      <a:dk2>
        <a:srgbClr val="F5F5F5"/>
      </a:dk2>
      <a:lt2>
        <a:srgbClr val="1C2026"/>
      </a:lt2>
      <a:accent1>
        <a:srgbClr val="E9E9E9"/>
      </a:accent1>
      <a:accent2>
        <a:srgbClr val="7A7A7A"/>
      </a:accent2>
      <a:accent3>
        <a:srgbClr val="C2C2C2"/>
      </a:accent3>
      <a:accent4>
        <a:srgbClr val="434343"/>
      </a:accent4>
      <a:accent5>
        <a:srgbClr val="666666"/>
      </a:accent5>
      <a:accent6>
        <a:srgbClr val="999999"/>
      </a:accent6>
      <a:hlink>
        <a:srgbClr val="B7B7B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